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0" r:id="rId1"/>
    <p:sldMasterId id="2147483654" r:id="rId2"/>
    <p:sldMasterId id="2147483692" r:id="rId3"/>
  </p:sldMasterIdLst>
  <p:notesMasterIdLst>
    <p:notesMasterId r:id="rId16"/>
  </p:notesMasterIdLst>
  <p:handoutMasterIdLst>
    <p:handoutMasterId r:id="rId17"/>
  </p:handoutMasterIdLst>
  <p:sldIdLst>
    <p:sldId id="297" r:id="rId4"/>
    <p:sldId id="307" r:id="rId5"/>
    <p:sldId id="2147473361" r:id="rId6"/>
    <p:sldId id="2147473362" r:id="rId7"/>
    <p:sldId id="2147473167" r:id="rId8"/>
    <p:sldId id="2147473169" r:id="rId9"/>
    <p:sldId id="2147473168" r:id="rId10"/>
    <p:sldId id="2147473363" r:id="rId11"/>
    <p:sldId id="2147473364" r:id="rId12"/>
    <p:sldId id="2147473281" r:id="rId13"/>
    <p:sldId id="2147473360" r:id="rId14"/>
    <p:sldId id="214747335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470C0D1-E3E6-4756-8421-CC5340CE8397}">
          <p14:sldIdLst>
            <p14:sldId id="297"/>
            <p14:sldId id="307"/>
            <p14:sldId id="2147473361"/>
            <p14:sldId id="2147473362"/>
            <p14:sldId id="2147473167"/>
            <p14:sldId id="2147473169"/>
            <p14:sldId id="2147473168"/>
            <p14:sldId id="2147473363"/>
            <p14:sldId id="2147473364"/>
            <p14:sldId id="2147473281"/>
            <p14:sldId id="2147473360"/>
            <p14:sldId id="214747335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80"/>
    <a:srgbClr val="DC0D15"/>
    <a:srgbClr val="F5F5F5"/>
    <a:srgbClr val="234167"/>
    <a:srgbClr val="0D9488"/>
    <a:srgbClr val="49576B"/>
    <a:srgbClr val="E6E6E7"/>
    <a:srgbClr val="0F1987"/>
    <a:srgbClr val="C0C1C3"/>
    <a:srgbClr val="626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36" autoAdjust="0"/>
    <p:restoredTop sz="94649"/>
  </p:normalViewPr>
  <p:slideViewPr>
    <p:cSldViewPr snapToGrid="0">
      <p:cViewPr>
        <p:scale>
          <a:sx n="115" d="100"/>
          <a:sy n="115" d="100"/>
        </p:scale>
        <p:origin x="173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A8432C7-158B-4997-A6F7-BEC997FA58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0E3161-4F5C-4EA9-8FCD-2E7732BAE0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771FB-5D95-47D0-A820-B780B32AB2E6}" type="datetimeFigureOut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F5E1E2-1603-4808-AC06-82EE675C89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EE2F2F-9C2C-4CA2-BB3C-F27751DCB3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80FF5-7097-4730-AE7A-98E7423D1C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13469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3ABC7-27AC-6D40-86E4-0C355E54A764}" type="datetimeFigureOut">
              <a:rPr lang="de-DE" smtClean="0"/>
              <a:t>11.07.26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CAD0D-262D-F145-A422-6EFA995C351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63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56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423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50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EF8DA-846F-419C-6995-C43F8A27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D68E3-3083-0344-7A10-7C9A48D2A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5789D-1203-3030-6081-421AF1D36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9BE3C-9857-C6A4-535B-E78FEDC66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CAD0D-262D-F145-A422-6EFA995C351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4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48EA0-6D48-F2B7-4B30-310112F25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2B320-6B3B-94D3-11CD-D16533822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C8D4C-9A02-D6CA-6C40-4ABB0842B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12FC7-F31B-0990-81B0-B43F49D39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CAD0D-262D-F145-A422-6EFA995C351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0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CEFBE18-F336-4456-B7B7-3AA1099DD4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6F7D16F2-80B9-4E8C-B3BE-290197844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0278EDD8-A454-4AAD-A18B-0E9E6C1F3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37824750-FB89-455B-9BB6-3159F395EA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8E711D-B9EA-4539-B814-07B30E9446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98013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icht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1B94DEA-7037-4BFF-A606-4059D1199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05AB11DA-E526-4DB0-A616-EF327FD52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DA2B3988-691D-4C6A-93CE-694BF2FE42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0BA651EA-5F96-4B97-9051-732A430C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31B3DC-218C-4598-B3C6-F62247BB27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68892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BD63F7E2-E9AF-4202-99B8-0D2D60008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EFD7FE4E-10FF-4DB8-BA94-29D280460B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BB04781F-9DBE-4871-BA35-73859E07B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9F1E93FD-A2D4-482D-A300-21FFD9D98D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A1AE912-66CB-44EB-94FD-7BCCD2766B6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2085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Schrif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>
            <a:extLst>
              <a:ext uri="{FF2B5EF4-FFF2-40B4-BE49-F238E27FC236}">
                <a16:creationId xmlns:a16="http://schemas.microsoft.com/office/drawing/2014/main" id="{E3A198B4-6B5B-4B64-8B9C-A9ED5F5BF1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4313"/>
            <a:ext cx="12192000" cy="5373687"/>
          </a:xfrm>
          <a:prstGeom prst="rect">
            <a:avLst/>
          </a:prstGeom>
          <a:solidFill>
            <a:srgbClr val="C0C1C3"/>
          </a:solidFill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endParaRPr lang="de-DE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1303A0E1-9E9B-47BA-9329-2351243260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91A46877-2797-4FE9-9147-650146DB10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FAA43B9D-BF57-49A7-A2BE-8A500AD75E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CCE3B-FB19-4C48-BA9C-E81232FF6D8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6069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EC9E9288-A528-47A0-9952-3BAE6CB87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4DE3BF2D-52EE-4486-ADD0-3DAE759441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Kapitel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B7D0A0-CA2F-460B-A311-FB3A6650A5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7226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C8E54A6-459A-4470-BB0E-BD0ADAE58B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D68658-C1DF-4371-9E81-639C149A60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74DBD75-70A7-498A-8D5F-4E7E346F28D6}" type="datetime1">
              <a:rPr lang="de-DE" smtClean="0"/>
              <a:t>11.07.26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26F03E7-8F3F-49C4-8030-4297A79CED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Professorship in Marketing with a Focus on Consumer Behavior </a:t>
            </a:r>
          </a:p>
          <a:p>
            <a:r>
              <a:rPr lang="en-US"/>
              <a:t>Prof. Dr. Martin Paul Fritze</a:t>
            </a:r>
          </a:p>
          <a:p>
            <a:r>
              <a:rPr lang="en-US"/>
              <a:t>Course Title </a:t>
            </a:r>
          </a:p>
          <a:p>
            <a:r>
              <a:rPr lang="en-US"/>
              <a:t>Semester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AFC3E-E75E-4D67-B506-65193A7843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BC09715E-332A-494E-803E-B5A81072C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mittel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0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52121A7-C1FC-428B-9972-DCBD841B9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pic>
        <p:nvPicPr>
          <p:cNvPr id="10" name="Grafik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3CBD0319-7CBB-4D21-AD2D-5890518921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B89F49-C8B1-4816-80C6-5E070534AF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8828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lichtgr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6180E7-2229-4EB0-8C04-5C80097167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7030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lichtgraue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5B1B71-9541-4988-9001-3C07E2CA1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4DB7B39-F307-4E94-826F-264B69B3C5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09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677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weiße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9EFC83-F4F0-4DE8-A757-048D992D44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0031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BFFFB-6184-460F-8B8E-C305799F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6CA996-4926-47B4-A6B8-8D23E897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B33C-D772-44F5-B8BB-221134DF99D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2B7743-C604-4A52-B59B-EE5D5CFA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A7BB33-8D07-4DDF-8C7C-D8ED163DB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3755C9-1154-4397-BFC2-24C4CF925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2646" y="2275714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C96408F-7818-46DC-B652-03D60F8E2E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0868" y="2275714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3E5770AF-560D-46A5-A2BF-F157453EDD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46" y="2945893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53EBF50C-889C-4C49-ACFA-23C0F0C79A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0868" y="2945741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237684B-B758-496A-92FC-42AF416BEF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646" y="3616072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4E3AE38A-CC11-4ECD-8753-EC69CCD7D6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0868" y="3615768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B0E9556F-8267-46EF-A251-5876226FDF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2646" y="4286251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0F819468-BAB6-4CFE-964C-A94CB6FBB5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10868" y="4285795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D79AAC10-7539-482A-9D31-28B999E93F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52646" y="495643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744A2DAF-8FFA-4B97-9D59-76FA3DFDEA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0868" y="4955822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1667C321-D68D-4F20-8EAE-885B9694E0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646" y="562661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40724E60-5C1A-4550-BAE1-64C5CC5439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0868" y="5625850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D6A4D500-634E-4B79-B79F-134AB3FE1B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401" y="2275714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06637ABA-A823-4784-8B37-7946FE3707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401" y="2945893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A72472C-D44F-40E7-87FE-7B4BCD3D7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401" y="3616072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20E737BB-6100-4217-A2BB-F347C32736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401" y="4286251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D976DBB-E868-416D-B209-98CFAE017C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399" y="495643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4C5FA2BA-ECDB-43C5-A1E9-78B0D6AD1D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6401" y="562661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</p:spTree>
    <p:extLst>
      <p:ext uri="{BB962C8B-B14F-4D97-AF65-F5344CB8AC3E}">
        <p14:creationId xmlns:p14="http://schemas.microsoft.com/office/powerpoint/2010/main" val="1944945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4DE6-BDA3-4ABB-BA43-CC1A46D9D078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2276475"/>
            <a:ext cx="11303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7942CAE-E5EA-4C52-85BD-28F57009B1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927E724-494F-4635-86E4-22E93FE5F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3930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7E94-0984-445F-A7FD-0F2767807BE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B3EBA0F-2389-4E33-9944-CB9E7535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DB0D4744-2CAA-4FE3-90E4-8076DEC28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53D955FD-CA79-42FB-91A3-59A3543A9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3328363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 mi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C751-7D4C-4B2E-AFE2-B16A38665344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CE2279-06D4-469C-9B4A-60489E99D3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08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D184CC2-95AA-450A-92CA-820D519E48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903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C8DB17A-A338-4136-B178-A4523760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A7AC8537-4407-44ED-A748-4C47CF39627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7A07D86-5D76-43B0-9DDB-E8804B99D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3244329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-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590887"/>
            <a:ext cx="11302688" cy="7515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1484314"/>
            <a:ext cx="11303000" cy="46815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E3D0D0-17E7-4E53-9CAF-914A012C9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94263" y="300477"/>
            <a:ext cx="2754825" cy="144000"/>
          </a:xfrm>
          <a:prstGeom prst="rect">
            <a:avLst/>
          </a:prstGeom>
        </p:spPr>
      </p:pic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7CD29765-B313-42B0-BA37-4A7FE99E8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196DE1E3-BF9B-472A-A11F-DA53E8A4AC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953F7-8B50-43DB-AF53-37321EB8DA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EFEAD19-6735-4CFC-96E6-429A9A3115A0}" type="datetime1">
              <a:rPr lang="de-DE" smtClean="0"/>
              <a:t>11.07.26</a:t>
            </a:fld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FB3F3293-5DB4-4314-9A11-FFFF625259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460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s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1BAB6-63D3-4328-9020-EA1EC1B1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050A81-610B-4603-A2CC-6C09BA01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F9BD-4DF7-4892-9059-5E4C53299F00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6DB5-450F-45CC-AA16-CF1AC4425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8851E8-B260-427D-8E6B-A26C965B2C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C951327-720C-43AF-BB7F-7606E9E494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2276474"/>
            <a:ext cx="11306175" cy="3889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ED5A5CA-B493-46E0-8A07-D595FA49C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71348A8-EA3B-4898-B4AB-1E2136C74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2292179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95A0-F82F-4DF3-8756-E81051A20E02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669460-A11E-47EE-819C-F1088010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DF0258BD-3F5F-4B86-99EB-ADC3F3AC34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7DE83233-2626-45D2-9D55-FC3ED6CD24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2267704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D5BDE-3454-4EA3-83FF-ABDA03BBC7E3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16E1E7B3-3C17-4721-BCE0-424DC07007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80C6D96-2C7E-4258-8118-6BB962F0E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1322582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CEFBE18-F336-4456-B7B7-3AA1099DD4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6F7D16F2-80B9-4E8C-B3BE-290197844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0278EDD8-A454-4AAD-A18B-0E9E6C1F3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37824750-FB89-455B-9BB6-3159F395EA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8E711D-B9EA-4539-B814-07B30E9446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98013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icht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1B94DEA-7037-4BFF-A606-4059D1199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05AB11DA-E526-4DB0-A616-EF327FD52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DA2B3988-691D-4C6A-93CE-694BF2FE42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0BA651EA-5F96-4B97-9051-732A430C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31B3DC-218C-4598-B3C6-F62247BB27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68892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BD63F7E2-E9AF-4202-99B8-0D2D60008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EFD7FE4E-10FF-4DB8-BA94-29D280460B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BB04781F-9DBE-4871-BA35-73859E07B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9F1E93FD-A2D4-482D-A300-21FFD9D98D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A1AE912-66CB-44EB-94FD-7BCCD2766B6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20855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Schrif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>
            <a:extLst>
              <a:ext uri="{FF2B5EF4-FFF2-40B4-BE49-F238E27FC236}">
                <a16:creationId xmlns:a16="http://schemas.microsoft.com/office/drawing/2014/main" id="{E3A198B4-6B5B-4B64-8B9C-A9ED5F5BF1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4313"/>
            <a:ext cx="12192000" cy="5373687"/>
          </a:xfrm>
          <a:prstGeom prst="rect">
            <a:avLst/>
          </a:prstGeom>
          <a:solidFill>
            <a:srgbClr val="C0C1C3"/>
          </a:solidFill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endParaRPr lang="de-DE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1303A0E1-9E9B-47BA-9329-2351243260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91A46877-2797-4FE9-9147-650146DB10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FAA43B9D-BF57-49A7-A2BE-8A500AD75E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CCE3B-FB19-4C48-BA9C-E81232FF6D8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6606935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EC9E9288-A528-47A0-9952-3BAE6CB87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4DE3BF2D-52EE-4486-ADD0-3DAE759441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Kapitel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B7D0A0-CA2F-460B-A311-FB3A6650A5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4722648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C8E54A6-459A-4470-BB0E-BD0ADAE58B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D68658-C1DF-4371-9E81-639C149A60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74DBD75-70A7-498A-8D5F-4E7E346F28D6}" type="datetime1">
              <a:rPr lang="de-DE" smtClean="0"/>
              <a:t>11.07.26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26F03E7-8F3F-49C4-8030-4297A79CED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Professorship in Marketing with a Focus on Consumer Behavior </a:t>
            </a:r>
          </a:p>
          <a:p>
            <a:r>
              <a:rPr lang="en-US"/>
              <a:t>Prof. Dr. Martin Paul Fritze</a:t>
            </a:r>
          </a:p>
          <a:p>
            <a:r>
              <a:rPr lang="en-US"/>
              <a:t>Course Title </a:t>
            </a:r>
          </a:p>
          <a:p>
            <a:r>
              <a:rPr lang="en-US"/>
              <a:t>Semester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AFC3E-E75E-4D67-B506-65193A7843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BC09715E-332A-494E-803E-B5A81072C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7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mittel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0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52121A7-C1FC-428B-9972-DCBD841B9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pic>
        <p:nvPicPr>
          <p:cNvPr id="10" name="Grafik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3CBD0319-7CBB-4D21-AD2D-5890518921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B89F49-C8B1-4816-80C6-5E070534AF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1882898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lichtgr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6180E7-2229-4EB0-8C04-5C80097167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7030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lichtgraue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5B1B71-9541-4988-9001-3C07E2CA1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4DB7B39-F307-4E94-826F-264B69B3C5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096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677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weiße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9EFC83-F4F0-4DE8-A757-048D992D44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4900319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BFFFB-6184-460F-8B8E-C305799F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6CA996-4926-47B4-A6B8-8D23E897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B33C-D772-44F5-B8BB-221134DF99D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2B7743-C604-4A52-B59B-EE5D5CFA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A7BB33-8D07-4DDF-8C7C-D8ED163DB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3755C9-1154-4397-BFC2-24C4CF925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2646" y="2275714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C96408F-7818-46DC-B652-03D60F8E2E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0868" y="2275714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3E5770AF-560D-46A5-A2BF-F157453EDD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46" y="2945893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53EBF50C-889C-4C49-ACFA-23C0F0C79A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0868" y="2945741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237684B-B758-496A-92FC-42AF416BEF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646" y="3616072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4E3AE38A-CC11-4ECD-8753-EC69CCD7D6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0868" y="3615768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B0E9556F-8267-46EF-A251-5876226FDF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2646" y="4286251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0F819468-BAB6-4CFE-964C-A94CB6FBB5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10868" y="4285795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D79AAC10-7539-482A-9D31-28B999E93F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52646" y="495643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744A2DAF-8FFA-4B97-9D59-76FA3DFDEA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0868" y="4955822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1667C321-D68D-4F20-8EAE-885B9694E0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646" y="562661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40724E60-5C1A-4550-BAE1-64C5CC5439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0868" y="5625850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D6A4D500-634E-4B79-B79F-134AB3FE1B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401" y="2275714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06637ABA-A823-4784-8B37-7946FE3707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401" y="2945893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A72472C-D44F-40E7-87FE-7B4BCD3D7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401" y="3616072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20E737BB-6100-4217-A2BB-F347C32736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401" y="4286251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D976DBB-E868-416D-B209-98CFAE017C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399" y="495643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4C5FA2BA-ECDB-43C5-A1E9-78B0D6AD1D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6401" y="562661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</p:spTree>
    <p:extLst>
      <p:ext uri="{BB962C8B-B14F-4D97-AF65-F5344CB8AC3E}">
        <p14:creationId xmlns:p14="http://schemas.microsoft.com/office/powerpoint/2010/main" val="19449456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4DE6-BDA3-4ABB-BA43-CC1A46D9D078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2276475"/>
            <a:ext cx="11303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7942CAE-E5EA-4C52-85BD-28F57009B1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927E724-494F-4635-86E4-22E93FE5F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39300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7E94-0984-445F-A7FD-0F2767807BE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B3EBA0F-2389-4E33-9944-CB9E7535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DB0D4744-2CAA-4FE3-90E4-8076DEC28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53D955FD-CA79-42FB-91A3-59A3543A9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33283631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 mi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C751-7D4C-4B2E-AFE2-B16A38665344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CE2279-06D4-469C-9B4A-60489E99D3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08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D184CC2-95AA-450A-92CA-820D519E48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903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C8DB17A-A338-4136-B178-A4523760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A7AC8537-4407-44ED-A748-4C47CF39627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7A07D86-5D76-43B0-9DDB-E8804B99D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32443296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-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590887"/>
            <a:ext cx="11302688" cy="7515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1484314"/>
            <a:ext cx="11303000" cy="46815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E3D0D0-17E7-4E53-9CAF-914A012C9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94263" y="300477"/>
            <a:ext cx="2754825" cy="144000"/>
          </a:xfrm>
          <a:prstGeom prst="rect">
            <a:avLst/>
          </a:prstGeom>
        </p:spPr>
      </p:pic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7CD29765-B313-42B0-BA37-4A7FE99E8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196DE1E3-BF9B-472A-A11F-DA53E8A4AC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953F7-8B50-43DB-AF53-37321EB8DA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EFEAD19-6735-4CFC-96E6-429A9A3115A0}" type="datetime1">
              <a:rPr lang="de-DE" smtClean="0"/>
              <a:t>11.07.26</a:t>
            </a:fld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FB3F3293-5DB4-4314-9A11-FFFF625259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8460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s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1BAB6-63D3-4328-9020-EA1EC1B1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050A81-610B-4603-A2CC-6C09BA01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F9BD-4DF7-4892-9059-5E4C53299F00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6DB5-450F-45CC-AA16-CF1AC4425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8851E8-B260-427D-8E6B-A26C965B2C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C951327-720C-43AF-BB7F-7606E9E494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2276474"/>
            <a:ext cx="11306175" cy="3889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ED5A5CA-B493-46E0-8A07-D595FA49C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71348A8-EA3B-4898-B4AB-1E2136C74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22921793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95A0-F82F-4DF3-8756-E81051A20E02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669460-A11E-47EE-819C-F1088010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DF0258BD-3F5F-4B86-99EB-ADC3F3AC34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7DE83233-2626-45D2-9D55-FC3ED6CD24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22677043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D5BDE-3454-4EA3-83FF-ABDA03BBC7E3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16E1E7B3-3C17-4721-BCE0-424DC07007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80C6D96-2C7E-4258-8118-6BB962F0E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13225828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5485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9" imgH="350" progId="TCLayout.ActiveDocument.1">
                  <p:embed/>
                </p:oleObj>
              </mc:Choice>
              <mc:Fallback>
                <p:oleObj name="think-cell Slide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3195AE6-329B-A009-4997-BDE856CA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7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CEFBE18-F336-4456-B7B7-3AA1099DD4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6F7D16F2-80B9-4E8C-B3BE-2901978441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0278EDD8-A454-4AAD-A18B-0E9E6C1F3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37824750-FB89-455B-9BB6-3159F395EA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8E711D-B9EA-4539-B814-07B30E94461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275946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licht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DB2BC4-3B98-4ED7-91ED-210DEFAE5327}"/>
              </a:ext>
            </a:extLst>
          </p:cNvPr>
          <p:cNvSpPr/>
          <p:nvPr userDrawn="1"/>
        </p:nvSpPr>
        <p:spPr>
          <a:xfrm>
            <a:off x="0" y="1483200"/>
            <a:ext cx="12192000" cy="537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1B94DEA-7037-4BFF-A606-4059D11993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05AB11DA-E526-4DB0-A616-EF327FD529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DA2B3988-691D-4C6A-93CE-694BF2FE42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0BA651EA-5F96-4B97-9051-732A430C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31B3DC-218C-4598-B3C6-F62247BB27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952916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BD63F7E2-E9AF-4202-99B8-0D2D60008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EFD7FE4E-10FF-4DB8-BA94-29D280460B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BB04781F-9DBE-4871-BA35-73859E07B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9F1E93FD-A2D4-482D-A300-21FFD9D98D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A1AE912-66CB-44EB-94FD-7BCCD2766B6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364679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äsentationstitel, Bild, Schrif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3">
            <a:extLst>
              <a:ext uri="{FF2B5EF4-FFF2-40B4-BE49-F238E27FC236}">
                <a16:creationId xmlns:a16="http://schemas.microsoft.com/office/drawing/2014/main" id="{E3A198B4-6B5B-4B64-8B9C-A9ED5F5BF1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84313"/>
            <a:ext cx="12192000" cy="5373687"/>
          </a:xfrm>
          <a:prstGeom prst="rect">
            <a:avLst/>
          </a:prstGeom>
          <a:solidFill>
            <a:srgbClr val="C0C1C3"/>
          </a:solidFill>
        </p:spPr>
        <p:txBody>
          <a:bodyPr anchor="ctr" anchorCtr="0"/>
          <a:lstStyle>
            <a:lvl1pPr algn="ctr">
              <a:buFontTx/>
              <a:buNone/>
              <a:defRPr sz="800" baseline="0"/>
            </a:lvl1pPr>
          </a:lstStyle>
          <a:p>
            <a:endParaRPr lang="de-DE"/>
          </a:p>
        </p:txBody>
      </p:sp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1303A0E1-9E9B-47BA-9329-2351243260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Dr. Max Maria Mustermann 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01.11.2020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91A46877-2797-4FE9-9147-650146DB10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2913" y="3672000"/>
            <a:ext cx="7200000" cy="144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Titel der Veranstaltung/Ort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FAA43B9D-BF57-49A7-A2BE-8A500AD75E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Präsentationstitel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 des Titels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CCE3B-FB19-4C48-BA9C-E81232FF6D8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2388920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EC9E9288-A528-47A0-9952-3BAE6CB874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4DE3BF2D-52EE-4486-ADD0-3DAE759441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2198536"/>
            <a:ext cx="7200000" cy="14014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buFontTx/>
              <a:buNone/>
              <a:defRPr sz="28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r>
              <a:rPr lang="de-DE" b="1">
                <a:effectLst/>
                <a:latin typeface="Arial" panose="020B0604020202020204" pitchFamily="34" charset="0"/>
              </a:rPr>
              <a:t>Kapitel</a:t>
            </a:r>
            <a:br>
              <a:rPr lang="de-DE" b="1">
                <a:effectLst/>
                <a:latin typeface="Arial" panose="020B0604020202020204" pitchFamily="34" charset="0"/>
              </a:rPr>
            </a:br>
            <a:r>
              <a:rPr lang="de-DE" b="1">
                <a:effectLst/>
                <a:latin typeface="Arial" panose="020B0604020202020204" pitchFamily="34" charset="0"/>
              </a:rPr>
              <a:t>Zeile 2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B7D0A0-CA2F-460B-A311-FB3A6650A5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808844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F19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4C8E54A6-459A-4470-BB0E-BD0ADAE58B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D68658-C1DF-4371-9E81-639C149A60D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74DBD75-70A7-498A-8D5F-4E7E346F28D6}" type="datetime1">
              <a:rPr lang="de-DE" smtClean="0"/>
              <a:t>11.07.26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26F03E7-8F3F-49C4-8030-4297A79CEDD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Professorship in Marketing with a Focus on Consumer Behavior </a:t>
            </a:r>
          </a:p>
          <a:p>
            <a:r>
              <a:rPr lang="en-US"/>
              <a:t>Prof. Dr. Martin Paul Fritze</a:t>
            </a:r>
          </a:p>
          <a:p>
            <a:r>
              <a:rPr lang="en-US"/>
              <a:t>Course Title </a:t>
            </a:r>
          </a:p>
          <a:p>
            <a:r>
              <a:rPr lang="en-US"/>
              <a:t>Semester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2AFC3E-E75E-4D67-B506-65193A7843B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BC09715E-332A-494E-803E-B5A81072C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982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mittel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31E01A-E2D4-4133-AA71-23114E705DF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C0C1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52121A7-C1FC-428B-9972-DCBD841B9A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31627" y="2822098"/>
            <a:ext cx="3560373" cy="4035902"/>
          </a:xfrm>
          <a:prstGeom prst="rect">
            <a:avLst/>
          </a:prstGeom>
        </p:spPr>
      </p:pic>
      <p:pic>
        <p:nvPicPr>
          <p:cNvPr id="10" name="Grafik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3CBD0319-7CBB-4D21-AD2D-5890518921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6401" y="442800"/>
            <a:ext cx="2544589" cy="792000"/>
          </a:xfrm>
          <a:prstGeom prst="rect">
            <a:avLst/>
          </a:prstGeom>
        </p:spPr>
      </p:pic>
      <p:sp>
        <p:nvSpPr>
          <p:cNvPr id="13" name="Textplatzhalter 4">
            <a:extLst>
              <a:ext uri="{FF2B5EF4-FFF2-40B4-BE49-F238E27FC236}">
                <a16:creationId xmlns:a16="http://schemas.microsoft.com/office/drawing/2014/main" id="{DCF186EC-5422-44B4-9E4D-034E8A998A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F5C6343-7CFA-4211-BD8A-3DC6B7B128DD}"/>
              </a:ext>
            </a:extLst>
          </p:cNvPr>
          <p:cNvSpPr txBox="1"/>
          <p:nvPr userDrawn="1"/>
        </p:nvSpPr>
        <p:spPr>
          <a:xfrm>
            <a:off x="359884" y="6992038"/>
            <a:ext cx="11852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blaue Abschlussfolie </a:t>
            </a:r>
            <a:r>
              <a:rPr lang="de-DE" sz="1200" b="1" u="sng"/>
              <a:t>nur</a:t>
            </a:r>
            <a:r>
              <a:rPr lang="de-DE" sz="1200"/>
              <a:t> in Präsentationen, die mit einem Projektor auf einer </a:t>
            </a:r>
            <a:r>
              <a:rPr lang="de-DE" sz="1200" b="1"/>
              <a:t>Leinwand</a:t>
            </a:r>
            <a:r>
              <a:rPr lang="de-DE" sz="1200"/>
              <a:t>, oder auf einem </a:t>
            </a:r>
            <a:r>
              <a:rPr lang="de-DE" sz="1200" b="1"/>
              <a:t>Bildschirm</a:t>
            </a:r>
            <a:r>
              <a:rPr lang="de-DE" sz="1200"/>
              <a:t> wiedergegeben werden.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7B89F49-C8B1-4816-80C6-5E070534AFE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25151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lichtgra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76180E7-2229-4EB0-8C04-5C80097167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7030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lichtgraue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5B1B71-9541-4988-9001-3C07E2CA1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4DB7B39-F307-4E94-826F-264B69B3C5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597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, Absender,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>
            <a:extLst>
              <a:ext uri="{FF2B5EF4-FFF2-40B4-BE49-F238E27FC236}">
                <a16:creationId xmlns:a16="http://schemas.microsoft.com/office/drawing/2014/main" id="{7F4E0D99-98F2-43FE-9AED-EB3BB89DB0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399" y="5184000"/>
            <a:ext cx="7200000" cy="12763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fontAlgn="b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rgbClr val="0F1987"/>
                </a:solidFill>
                <a:latin typeface="Arial" panose="020B0604020202020204" pitchFamily="34" charset="0"/>
              </a:defRPr>
            </a:lvl1pPr>
            <a:lvl2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5pPr>
          </a:lstStyle>
          <a:p>
            <a:pPr marR="0" algn="l" rtl="0"/>
            <a:r>
              <a:rPr lang="de-DE" b="1">
                <a:effectLst/>
                <a:latin typeface="Arial" panose="020B0604020202020204" pitchFamily="34" charset="0"/>
              </a:rPr>
              <a:t>Absendername</a:t>
            </a:r>
            <a:endParaRPr lang="de-DE">
              <a:effectLst/>
              <a:latin typeface="Arial" panose="020B0604020202020204" pitchFamily="34" charset="0"/>
            </a:endParaRPr>
          </a:p>
        </p:txBody>
      </p:sp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4D260B3-F5EA-4444-8017-7B73608E5E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31600" y="2822400"/>
            <a:ext cx="3560400" cy="403560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A4CBA82A-AE18-441E-A25D-A57826F209DD}"/>
              </a:ext>
            </a:extLst>
          </p:cNvPr>
          <p:cNvSpPr txBox="1"/>
          <p:nvPr userDrawn="1"/>
        </p:nvSpPr>
        <p:spPr>
          <a:xfrm>
            <a:off x="359884" y="6992038"/>
            <a:ext cx="67757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/>
              <a:t>Bitte verwenden Sie die weiße Abschlussfolie in Präsentationen, die </a:t>
            </a:r>
            <a:r>
              <a:rPr lang="de-DE" sz="1200" b="1"/>
              <a:t>ausgedruckt</a:t>
            </a:r>
            <a:r>
              <a:rPr lang="de-DE" sz="1200"/>
              <a:t> werden sollen.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9EFC83-F4F0-4DE8-A757-048D992D44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903024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BFFFB-6184-460F-8B8E-C305799F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86CA996-4926-47B4-A6B8-8D23E897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FB33C-D772-44F5-B8BB-221134DF99D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2B7743-C604-4A52-B59B-EE5D5CFA1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A7BB33-8D07-4DDF-8C7C-D8ED163DB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3755C9-1154-4397-BFC2-24C4CF925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52646" y="2275714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C96408F-7818-46DC-B652-03D60F8E2E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10868" y="2275714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3E5770AF-560D-46A5-A2BF-F157453EDD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46" y="2945893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53EBF50C-889C-4C49-ACFA-23C0F0C79A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0868" y="2945741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237684B-B758-496A-92FC-42AF416BEF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2646" y="3616072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4E3AE38A-CC11-4ECD-8753-EC69CCD7D6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0868" y="3615768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B0E9556F-8267-46EF-A251-5876226FDF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52646" y="4286251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4" name="Textplatzhalter 6">
            <a:extLst>
              <a:ext uri="{FF2B5EF4-FFF2-40B4-BE49-F238E27FC236}">
                <a16:creationId xmlns:a16="http://schemas.microsoft.com/office/drawing/2014/main" id="{0F819468-BAB6-4CFE-964C-A94CB6FBB5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10868" y="4285795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5" name="Textplatzhalter 6">
            <a:extLst>
              <a:ext uri="{FF2B5EF4-FFF2-40B4-BE49-F238E27FC236}">
                <a16:creationId xmlns:a16="http://schemas.microsoft.com/office/drawing/2014/main" id="{D79AAC10-7539-482A-9D31-28B999E93F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52646" y="495643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744A2DAF-8FFA-4B97-9D59-76FA3DFDEA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10868" y="4955822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1667C321-D68D-4F20-8EAE-885B9694E0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52646" y="5626610"/>
            <a:ext cx="3003977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Kapitel/Abschnitt/Thema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40724E60-5C1A-4550-BAE1-64C5CC5439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0868" y="5625850"/>
            <a:ext cx="6838217" cy="54000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D6A4D500-634E-4B79-B79F-134AB3FE1B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6401" y="2275714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06637ABA-A823-4784-8B37-7946FE3707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6401" y="2945893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A72472C-D44F-40E7-87FE-7B4BCD3D7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6401" y="3616072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20E737BB-6100-4217-A2BB-F347C32736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401" y="4286251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D976DBB-E868-416D-B209-98CFAE017C2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6399" y="495643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4C5FA2BA-ECDB-43C5-A1E9-78B0D6AD1D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6401" y="5626610"/>
            <a:ext cx="1152000" cy="540000"/>
          </a:xfrm>
        </p:spPr>
        <p:txBody>
          <a:bodyPr/>
          <a:lstStyle>
            <a:lvl1pPr>
              <a:spcAft>
                <a:spcPts val="0"/>
              </a:spcAft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Zeit</a:t>
            </a:r>
          </a:p>
        </p:txBody>
      </p:sp>
    </p:spTree>
    <p:extLst>
      <p:ext uri="{BB962C8B-B14F-4D97-AF65-F5344CB8AC3E}">
        <p14:creationId xmlns:p14="http://schemas.microsoft.com/office/powerpoint/2010/main" val="16888296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4DE6-BDA3-4ABB-BA43-CC1A46D9D078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2276475"/>
            <a:ext cx="11303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7942CAE-E5EA-4C52-85BD-28F57009B1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927E724-494F-4635-86E4-22E93FE5F4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921514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7E94-0984-445F-A7FD-0F2767807BEC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276475"/>
            <a:ext cx="5472000" cy="3889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EB3EBA0F-2389-4E33-9944-CB9E7535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DB0D4744-2CAA-4FE3-90E4-8076DEC28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53D955FD-CA79-42FB-91A3-59A3543A9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10271695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Spalten Inhalte mit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AC751-7D4C-4B2E-AFE2-B16A38665344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1BA0D29-75B3-4EDD-9E03-8E7485C849C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400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AFF7AED0-B7D6-4AAC-A0B5-0EDCDE0B3B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9038" y="2730545"/>
            <a:ext cx="5472000" cy="343530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CE2279-06D4-469C-9B4A-60489E99D3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08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7D184CC2-95AA-450A-92CA-820D519E48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9038" y="2276475"/>
            <a:ext cx="5472000" cy="348332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de-DE"/>
              <a:t>Überschrift bearbeiten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C8DB17A-A338-4136-B178-A4523760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A7AC8537-4407-44ED-A748-4C47CF39627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B7A07D86-5D76-43B0-9DDB-E8804B99D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42031249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 -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9F217-7A91-449A-BC77-6641A1A8F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590887"/>
            <a:ext cx="11302688" cy="75157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6C17FC-CD8F-4CCB-AD43-F7D7D1372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6088" y="1484314"/>
            <a:ext cx="11303000" cy="46815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E3D0D0-17E7-4E53-9CAF-914A012C92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94263" y="300477"/>
            <a:ext cx="2754825" cy="144000"/>
          </a:xfrm>
          <a:prstGeom prst="rect">
            <a:avLst/>
          </a:prstGeom>
        </p:spPr>
      </p:pic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7CD29765-B313-42B0-BA37-4A7FE99E86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196DE1E3-BF9B-472A-A11F-DA53E8A4AC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6953F7-8B50-43DB-AF53-37321EB8DAC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EFEAD19-6735-4CFC-96E6-429A9A3115A0}" type="datetime1">
              <a:rPr lang="de-DE" smtClean="0"/>
              <a:t>11.07.26</a:t>
            </a:fld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FB3F3293-5DB4-4314-9A11-FFFF6252592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5364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splatzh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1BAB6-63D3-4328-9020-EA1EC1B1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9050A81-610B-4603-A2CC-6C09BA01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DF9BD-4DF7-4892-9059-5E4C53299F00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386DB5-450F-45CC-AA16-CF1AC44259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8851E8-B260-427D-8E6B-A26C965B2C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Prof. Dr. Martin Paul Fritze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Course Title </a:t>
            </a:r>
          </a:p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C951327-720C-43AF-BB7F-7606E9E494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2276474"/>
            <a:ext cx="11306175" cy="3889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4ED5A5CA-B493-46E0-8A07-D595FA49C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71348A8-EA3B-4898-B4AB-1E2136C74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877394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095A0-F82F-4DF3-8756-E81051A20E02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669460-A11E-47EE-819C-F1088010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7">
            <a:extLst>
              <a:ext uri="{FF2B5EF4-FFF2-40B4-BE49-F238E27FC236}">
                <a16:creationId xmlns:a16="http://schemas.microsoft.com/office/drawing/2014/main" id="{DF0258BD-3F5F-4B86-99EB-ADC3F3AC34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39" name="Textplatzhalter 7">
            <a:extLst>
              <a:ext uri="{FF2B5EF4-FFF2-40B4-BE49-F238E27FC236}">
                <a16:creationId xmlns:a16="http://schemas.microsoft.com/office/drawing/2014/main" id="{7DE83233-2626-45D2-9D55-FC3ED6CD244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23259534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8739C4-899A-4C43-96A2-21E3021CA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D5BDE-3454-4EA3-83FF-ABDA03BBC7E3}" type="datetime1">
              <a:rPr lang="de-DE" smtClean="0"/>
              <a:t>11.07.26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0690A-7466-44FD-8D76-74898D8F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0F1987"/>
                </a:solidFill>
                <a:latin typeface="Arial" panose="020B0604020202020204"/>
              </a:rPr>
              <a:t>Professorship in Marketing with a Focus on Consumer Behavior Prof. Dr. Martin Paul Fritze Course Title Semester</a:t>
            </a:r>
            <a:endParaRPr lang="de-DE">
              <a:solidFill>
                <a:srgbClr val="0F1987"/>
              </a:solidFill>
              <a:latin typeface="Arial" panose="020B0604020202020204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DAAF1E-739E-4BA3-A44A-9CABAF583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16E1E7B3-3C17-4721-BCE0-424DC07007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8870" y="6275024"/>
            <a:ext cx="11296730" cy="138499"/>
          </a:xfrm>
        </p:spPr>
        <p:txBody>
          <a:bodyPr anchor="b">
            <a:spAutoFit/>
          </a:bodyPr>
          <a:lstStyle>
            <a:lvl1pPr>
              <a:defRPr sz="900" i="1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Quellenangaben bearbeiten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80C6D96-2C7E-4258-8118-6BB962F0E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088" y="6518688"/>
            <a:ext cx="10141014" cy="252000"/>
          </a:xfrm>
        </p:spPr>
        <p:txBody>
          <a:bodyPr anchor="ctr"/>
          <a:lstStyle>
            <a:lvl1pPr>
              <a:defRPr sz="900">
                <a:solidFill>
                  <a:schemeClr val="accent2"/>
                </a:solidFill>
              </a:defRPr>
            </a:lvl1pPr>
          </a:lstStyle>
          <a:p>
            <a:pPr lvl="0"/>
            <a:r>
              <a:rPr lang="de-DE"/>
              <a:t>Text bearbeiten: z. B. Fußzeile, Kapitel</a:t>
            </a:r>
          </a:p>
        </p:txBody>
      </p:sp>
    </p:spTree>
    <p:extLst>
      <p:ext uri="{BB962C8B-B14F-4D97-AF65-F5344CB8AC3E}">
        <p14:creationId xmlns:p14="http://schemas.microsoft.com/office/powerpoint/2010/main" val="1719649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21" Type="http://schemas.openxmlformats.org/officeDocument/2006/relationships/image" Target="../media/image10.emf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oleObject" Target="../embeddings/oleObject3.bin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tags" Target="../tags/tag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B446C5-11D0-A032-E3B7-7DEC26FB975B}"/>
              </a:ext>
            </a:extLst>
          </p:cNvPr>
          <p:cNvGraphicFramePr>
            <a:graphicFrameLocks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7175520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7772400" imgH="10058400" progId="TCLayout.ActiveDocument.1">
                  <p:embed/>
                </p:oleObj>
              </mc:Choice>
              <mc:Fallback>
                <p:oleObj name="think-cell Slide" r:id="rId20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B446C5-11D0-A032-E3B7-7DEC26FB9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AC36F883-12FB-47DF-B082-BEE8DA64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1482138"/>
            <a:ext cx="11302688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D2AB963-3AAE-409C-B340-347F969A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400" y="2276475"/>
            <a:ext cx="11302688" cy="38893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05F011C-9DD8-4A44-BACF-519C157AF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5823" y="6519044"/>
            <a:ext cx="112326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89C0F1F-D6FB-48FF-B62D-369FDD511A1B}" type="datetime1">
              <a:rPr lang="de-DE" smtClean="0"/>
              <a:t>11.07.26</a:t>
            </a:fld>
            <a:endParaRPr lang="de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2BF0EF78-2ABA-4783-A415-19ED16DA7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7809" y="6519044"/>
            <a:ext cx="404191" cy="252000"/>
          </a:xfrm>
          <a:prstGeom prst="rect">
            <a:avLst/>
          </a:prstGeom>
        </p:spPr>
        <p:txBody>
          <a:bodyPr vert="horz" lIns="0" tIns="0" rIns="126000" bIns="0" rtlCol="0" anchor="ctr"/>
          <a:lstStyle>
            <a:lvl1pPr algn="r">
              <a:defRPr sz="900" b="1">
                <a:solidFill>
                  <a:schemeClr val="accent2"/>
                </a:solidFill>
              </a:defRPr>
            </a:lvl1pPr>
          </a:lstStyle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DE3FB7D-2F4C-4E3C-82FE-CB9DF69C44E2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13EA111-0AB9-4E2A-ABF1-EDDA6CC3F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7344" y="442800"/>
            <a:ext cx="2011339" cy="792000"/>
          </a:xfrm>
          <a:prstGeom prst="rect">
            <a:avLst/>
          </a:prstGeom>
          <a:ln>
            <a:noFill/>
          </a:ln>
        </p:spPr>
        <p:txBody>
          <a:bodyPr vert="horz" lIns="36000" tIns="0" rIns="0" bIns="39600" rtlCol="0" anchor="b"/>
          <a:lstStyle>
            <a:lvl1pPr algn="l">
              <a:lnSpc>
                <a:spcPct val="110000"/>
              </a:lnSpc>
              <a:defRPr sz="65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Professorship in Marketing with a Focus on Consumer Behavior Prof. Dr. Martin Paul Fritze Course Title Semester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hdr="0"/>
  <p:txStyles>
    <p:titleStyle>
      <a:lvl1pPr algn="l" defTabSz="815557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rgbClr val="0F1987"/>
          </a:solidFill>
          <a:latin typeface="+mj-lt"/>
          <a:ea typeface="+mj-ea"/>
          <a:cs typeface="+mj-cs"/>
        </a:defRPr>
      </a:lvl1pPr>
    </p:titleStyle>
    <p:bodyStyle>
      <a:lvl1pPr marL="0" indent="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24000" marR="0" indent="-324000" algn="l" defTabSz="815557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F1987"/>
        </a:buClr>
        <a:buSzPct val="100000"/>
        <a:buFont typeface="Wingdings" panose="05000000000000000000" pitchFamily="2" charset="2"/>
        <a:buChar char=""/>
        <a:tabLst/>
        <a:defRPr lang="de-DE" sz="1600" kern="1200" baseline="0" dirty="0" smtClean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50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 userDrawn="1">
          <p15:clr>
            <a:srgbClr val="F26B43"/>
          </p15:clr>
        </p15:guide>
        <p15:guide id="5" orient="horz" pos="4042" userDrawn="1">
          <p15:clr>
            <a:srgbClr val="F26B43"/>
          </p15:clr>
        </p15:guide>
        <p15:guide id="9" pos="7401" userDrawn="1">
          <p15:clr>
            <a:srgbClr val="F26B43"/>
          </p15:clr>
        </p15:guide>
        <p15:guide id="13" pos="279" userDrawn="1">
          <p15:clr>
            <a:srgbClr val="F26B43"/>
          </p15:clr>
        </p15:guide>
        <p15:guide id="14" orient="horz" pos="278" userDrawn="1">
          <p15:clr>
            <a:srgbClr val="F26B43"/>
          </p15:clr>
        </p15:guide>
        <p15:guide id="15" pos="3840" userDrawn="1">
          <p15:clr>
            <a:srgbClr val="F26B43"/>
          </p15:clr>
        </p15:guide>
        <p15:guide id="16" orient="horz" pos="1434" userDrawn="1">
          <p15:clr>
            <a:srgbClr val="F26B43"/>
          </p15:clr>
        </p15:guide>
        <p15:guide id="17" orient="horz" pos="3884" userDrawn="1">
          <p15:clr>
            <a:srgbClr val="F26B43"/>
          </p15:clr>
        </p15:guide>
        <p15:guide id="18" orient="horz" pos="1344" userDrawn="1">
          <p15:clr>
            <a:srgbClr val="F26B43"/>
          </p15:clr>
        </p15:guide>
        <p15:guide id="19" pos="3727" userDrawn="1">
          <p15:clr>
            <a:srgbClr val="F26B43"/>
          </p15:clr>
        </p15:guide>
        <p15:guide id="20" pos="39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EB446C5-11D0-A032-E3B7-7DEC26FB975B}"/>
              </a:ext>
            </a:extLst>
          </p:cNvPr>
          <p:cNvGraphicFramePr>
            <a:graphicFrameLocks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7175520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7772400" imgH="10058400" progId="TCLayout.ActiveDocument.1">
                  <p:embed/>
                </p:oleObj>
              </mc:Choice>
              <mc:Fallback>
                <p:oleObj name="think-cell Slide" r:id="rId21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B446C5-11D0-A032-E3B7-7DEC26FB97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AC36F883-12FB-47DF-B082-BEE8DA64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1482138"/>
            <a:ext cx="11302688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D2AB963-3AAE-409C-B340-347F969A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400" y="2276475"/>
            <a:ext cx="11302688" cy="38893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05F011C-9DD8-4A44-BACF-519C157AF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5823" y="6519044"/>
            <a:ext cx="112326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89C0F1F-D6FB-48FF-B62D-369FDD511A1B}" type="datetime1">
              <a:rPr lang="de-DE" smtClean="0"/>
              <a:t>11.07.26</a:t>
            </a:fld>
            <a:endParaRPr lang="de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2BF0EF78-2ABA-4783-A415-19ED16DA7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7809" y="6519044"/>
            <a:ext cx="404191" cy="252000"/>
          </a:xfrm>
          <a:prstGeom prst="rect">
            <a:avLst/>
          </a:prstGeom>
        </p:spPr>
        <p:txBody>
          <a:bodyPr vert="horz" lIns="0" tIns="0" rIns="126000" bIns="0" rtlCol="0" anchor="ctr"/>
          <a:lstStyle>
            <a:lvl1pPr algn="r">
              <a:defRPr sz="900" b="1">
                <a:solidFill>
                  <a:schemeClr val="accent2"/>
                </a:solidFill>
              </a:defRPr>
            </a:lvl1pPr>
          </a:lstStyle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DE3FB7D-2F4C-4E3C-82FE-CB9DF69C44E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13EA111-0AB9-4E2A-ABF1-EDDA6CC3F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7344" y="442800"/>
            <a:ext cx="2011339" cy="792000"/>
          </a:xfrm>
          <a:prstGeom prst="rect">
            <a:avLst/>
          </a:prstGeom>
          <a:ln>
            <a:noFill/>
          </a:ln>
        </p:spPr>
        <p:txBody>
          <a:bodyPr vert="horz" lIns="36000" tIns="0" rIns="0" bIns="39600" rtlCol="0" anchor="b"/>
          <a:lstStyle>
            <a:lvl1pPr algn="l">
              <a:lnSpc>
                <a:spcPct val="110000"/>
              </a:lnSpc>
              <a:defRPr sz="65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Professorship in Marketing with a Focus on Consumer Behavior Prof. Dr. Martin Paul Fritze Course Title Semester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4" r:id="rId2"/>
    <p:sldLayoutId id="2147483675" r:id="rId3"/>
    <p:sldLayoutId id="2147483678" r:id="rId4"/>
    <p:sldLayoutId id="2147483684" r:id="rId5"/>
    <p:sldLayoutId id="2147483681" r:id="rId6"/>
    <p:sldLayoutId id="2147483687" r:id="rId7"/>
    <p:sldLayoutId id="2147483679" r:id="rId8"/>
    <p:sldLayoutId id="2147483686" r:id="rId9"/>
    <p:sldLayoutId id="2147483691" r:id="rId10"/>
    <p:sldLayoutId id="2147483680" r:id="rId11"/>
    <p:sldLayoutId id="2147483688" r:id="rId12"/>
    <p:sldLayoutId id="2147483689" r:id="rId13"/>
    <p:sldLayoutId id="2147483685" r:id="rId14"/>
    <p:sldLayoutId id="2147483690" r:id="rId15"/>
    <p:sldLayoutId id="2147483683" r:id="rId16"/>
    <p:sldLayoutId id="2147483682" r:id="rId17"/>
    <p:sldLayoutId id="2147483728" r:id="rId18"/>
  </p:sldLayoutIdLst>
  <p:hf hdr="0"/>
  <p:txStyles>
    <p:titleStyle>
      <a:lvl1pPr algn="l" defTabSz="815557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rgbClr val="0F1987"/>
          </a:solidFill>
          <a:latin typeface="+mj-lt"/>
          <a:ea typeface="+mj-ea"/>
          <a:cs typeface="+mj-cs"/>
        </a:defRPr>
      </a:lvl1pPr>
    </p:titleStyle>
    <p:bodyStyle>
      <a:lvl1pPr marL="0" indent="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24000" marR="0" indent="-324000" algn="l" defTabSz="815557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F1987"/>
        </a:buClr>
        <a:buSzPct val="100000"/>
        <a:buFont typeface="Wingdings" panose="05000000000000000000" pitchFamily="2" charset="2"/>
        <a:buChar char=""/>
        <a:tabLst/>
        <a:defRPr lang="de-DE" sz="1600" kern="1200" baseline="0" dirty="0" smtClean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50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 userDrawn="1">
          <p15:clr>
            <a:srgbClr val="F26B43"/>
          </p15:clr>
        </p15:guide>
        <p15:guide id="5" orient="horz" pos="4042" userDrawn="1">
          <p15:clr>
            <a:srgbClr val="F26B43"/>
          </p15:clr>
        </p15:guide>
        <p15:guide id="9" pos="7401" userDrawn="1">
          <p15:clr>
            <a:srgbClr val="F26B43"/>
          </p15:clr>
        </p15:guide>
        <p15:guide id="13" pos="279" userDrawn="1">
          <p15:clr>
            <a:srgbClr val="F26B43"/>
          </p15:clr>
        </p15:guide>
        <p15:guide id="14" orient="horz" pos="278" userDrawn="1">
          <p15:clr>
            <a:srgbClr val="F26B43"/>
          </p15:clr>
        </p15:guide>
        <p15:guide id="15" pos="3840" userDrawn="1">
          <p15:clr>
            <a:srgbClr val="F26B43"/>
          </p15:clr>
        </p15:guide>
        <p15:guide id="16" orient="horz" pos="1434" userDrawn="1">
          <p15:clr>
            <a:srgbClr val="F26B43"/>
          </p15:clr>
        </p15:guide>
        <p15:guide id="17" orient="horz" pos="3884" userDrawn="1">
          <p15:clr>
            <a:srgbClr val="F26B43"/>
          </p15:clr>
        </p15:guide>
        <p15:guide id="18" orient="horz" pos="1344" userDrawn="1">
          <p15:clr>
            <a:srgbClr val="F26B43"/>
          </p15:clr>
        </p15:guide>
        <p15:guide id="19" pos="3727" userDrawn="1">
          <p15:clr>
            <a:srgbClr val="F26B43"/>
          </p15:clr>
        </p15:guide>
        <p15:guide id="20" pos="395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A9DF80-80A9-0FB5-9FE2-2946E4897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39099164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7772400" imgH="10058400" progId="TCLayout.ActiveDocument.1">
                  <p:embed/>
                </p:oleObj>
              </mc:Choice>
              <mc:Fallback>
                <p:oleObj name="think-cell Slide" r:id="rId20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elplatzhalter 7">
            <a:extLst>
              <a:ext uri="{FF2B5EF4-FFF2-40B4-BE49-F238E27FC236}">
                <a16:creationId xmlns:a16="http://schemas.microsoft.com/office/drawing/2014/main" id="{AC36F883-12FB-47DF-B082-BEE8DA64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1482138"/>
            <a:ext cx="11302688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D2AB963-3AAE-409C-B340-347F969A9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400" y="2276475"/>
            <a:ext cx="11302688" cy="38893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05F011C-9DD8-4A44-BACF-519C157AF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5823" y="6519044"/>
            <a:ext cx="1123265" cy="25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89C0F1F-D6FB-48FF-B62D-369FDD511A1B}" type="datetime1">
              <a:rPr lang="de-DE" smtClean="0"/>
              <a:t>11.07.26</a:t>
            </a:fld>
            <a:endParaRPr lang="de-DE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2BF0EF78-2ABA-4783-A415-19ED16DA7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7809" y="6519044"/>
            <a:ext cx="404191" cy="252000"/>
          </a:xfrm>
          <a:prstGeom prst="rect">
            <a:avLst/>
          </a:prstGeom>
        </p:spPr>
        <p:txBody>
          <a:bodyPr vert="horz" lIns="0" tIns="0" rIns="126000" bIns="0" rtlCol="0" anchor="ctr"/>
          <a:lstStyle>
            <a:lvl1pPr algn="r">
              <a:defRPr sz="900" b="1">
                <a:solidFill>
                  <a:schemeClr val="accent2"/>
                </a:solidFill>
              </a:defRPr>
            </a:lvl1pPr>
          </a:lstStyle>
          <a:p>
            <a:fld id="{EFB5150B-0CEE-4773-8AAA-22F479C02E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DE3FB7D-2F4C-4E3C-82FE-CB9DF69C44E2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rcRect/>
          <a:stretch/>
        </p:blipFill>
        <p:spPr>
          <a:xfrm>
            <a:off x="446399" y="442799"/>
            <a:ext cx="2544589" cy="792000"/>
          </a:xfrm>
          <a:prstGeom prst="rect">
            <a:avLst/>
          </a:prstGeom>
        </p:spPr>
      </p:pic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13EA111-0AB9-4E2A-ABF1-EDDA6CC3F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7344" y="442800"/>
            <a:ext cx="2011339" cy="792000"/>
          </a:xfrm>
          <a:prstGeom prst="rect">
            <a:avLst/>
          </a:prstGeom>
          <a:ln>
            <a:noFill/>
          </a:ln>
        </p:spPr>
        <p:txBody>
          <a:bodyPr vert="horz" lIns="36000" tIns="0" rIns="0" bIns="39600" rtlCol="0" anchor="b"/>
          <a:lstStyle>
            <a:lvl1pPr algn="l">
              <a:lnSpc>
                <a:spcPct val="110000"/>
              </a:lnSpc>
              <a:defRPr sz="65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Professorship in Marketing with a Focus on Consumer Behavior Prof. Dr. Martin Paul Fritze Course Title Semester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855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hf hdr="0"/>
  <p:txStyles>
    <p:titleStyle>
      <a:lvl1pPr algn="l" defTabSz="815557" rtl="0" eaLnBrk="1" latinLnBrk="0" hangingPunct="1">
        <a:lnSpc>
          <a:spcPct val="100000"/>
        </a:lnSpc>
        <a:spcBef>
          <a:spcPct val="0"/>
        </a:spcBef>
        <a:buNone/>
        <a:defRPr sz="2000" b="1" kern="1200">
          <a:solidFill>
            <a:srgbClr val="0F1987"/>
          </a:solidFill>
          <a:latin typeface="+mj-lt"/>
          <a:ea typeface="+mj-ea"/>
          <a:cs typeface="+mj-cs"/>
        </a:defRPr>
      </a:lvl1pPr>
    </p:titleStyle>
    <p:bodyStyle>
      <a:lvl1pPr marL="0" indent="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24000" marR="0" indent="-324000" algn="l" defTabSz="815557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0F1987"/>
        </a:buClr>
        <a:buSzPct val="100000"/>
        <a:buFont typeface="Wingdings" panose="05000000000000000000" pitchFamily="2" charset="2"/>
        <a:buChar char=""/>
        <a:tabLst/>
        <a:defRPr lang="de-DE" sz="1600" kern="1200" baseline="0" dirty="0" smtClean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50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80000" algn="l" defTabSz="81555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42782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650560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3058339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466117" indent="-203890" algn="l" defTabSz="815557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1pPr>
      <a:lvl2pPr marL="407778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2pPr>
      <a:lvl3pPr marL="81555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3pPr>
      <a:lvl4pPr marL="1223335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4pPr>
      <a:lvl5pPr marL="1631114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5pPr>
      <a:lvl6pPr marL="2038892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6pPr>
      <a:lvl7pPr marL="2446670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7pPr>
      <a:lvl8pPr marL="2854449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8pPr>
      <a:lvl9pPr marL="3262227" algn="l" defTabSz="815557" rtl="0" eaLnBrk="1" latinLnBrk="0" hangingPunct="1">
        <a:defRPr sz="1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935">
          <p15:clr>
            <a:srgbClr val="F26B43"/>
          </p15:clr>
        </p15:guide>
        <p15:guide id="5" orient="horz" pos="4042">
          <p15:clr>
            <a:srgbClr val="F26B43"/>
          </p15:clr>
        </p15:guide>
        <p15:guide id="9" pos="7401">
          <p15:clr>
            <a:srgbClr val="F26B43"/>
          </p15:clr>
        </p15:guide>
        <p15:guide id="13" pos="279">
          <p15:clr>
            <a:srgbClr val="F26B43"/>
          </p15:clr>
        </p15:guide>
        <p15:guide id="14" orient="horz" pos="278">
          <p15:clr>
            <a:srgbClr val="F26B43"/>
          </p15:clr>
        </p15:guide>
        <p15:guide id="15" pos="3840">
          <p15:clr>
            <a:srgbClr val="F26B43"/>
          </p15:clr>
        </p15:guide>
        <p15:guide id="16" orient="horz" pos="1434">
          <p15:clr>
            <a:srgbClr val="F26B43"/>
          </p15:clr>
        </p15:guide>
        <p15:guide id="17" orient="horz" pos="3884">
          <p15:clr>
            <a:srgbClr val="F26B43"/>
          </p15:clr>
        </p15:guide>
        <p15:guide id="18" orient="horz" pos="1344">
          <p15:clr>
            <a:srgbClr val="F26B43"/>
          </p15:clr>
        </p15:guide>
        <p15:guide id="19" pos="3727">
          <p15:clr>
            <a:srgbClr val="F26B43"/>
          </p15:clr>
        </p15:guide>
        <p15:guide id="20" pos="39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.xml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6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2.emf"/><Relationship Id="rId5" Type="http://schemas.openxmlformats.org/officeDocument/2006/relationships/tags" Target="../tags/tag11.xml"/><Relationship Id="rId10" Type="http://schemas.openxmlformats.org/officeDocument/2006/relationships/oleObject" Target="../embeddings/oleObject6.bin"/><Relationship Id="rId4" Type="http://schemas.openxmlformats.org/officeDocument/2006/relationships/tags" Target="../tags/tag10.xml"/><Relationship Id="rId9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4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1.xml"/><Relationship Id="rId1" Type="http://schemas.openxmlformats.org/officeDocument/2006/relationships/tags" Target="../tags/tag1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6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el.aisnet.org/misqe/vol22/iss2/3" TargetMode="External"/><Relationship Id="rId7" Type="http://schemas.openxmlformats.org/officeDocument/2006/relationships/hyperlink" Target="https://aisel.aisnet.org/misqe/vol22/iss3/6" TargetMode="External"/><Relationship Id="rId2" Type="http://schemas.openxmlformats.org/officeDocument/2006/relationships/hyperlink" Target="https://doi.org/10.1016/j.jss.2024.112300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aisel.aisnet.org/misqe/vol23/iss3/4" TargetMode="External"/><Relationship Id="rId5" Type="http://schemas.openxmlformats.org/officeDocument/2006/relationships/hyperlink" Target="https://doi.org/10.1016/j.bushor.2024.02.010" TargetMode="External"/><Relationship Id="rId4" Type="http://schemas.openxmlformats.org/officeDocument/2006/relationships/hyperlink" Target="https://www.gartner.com/en/newsroom/press-releases/2022-12-13-gartner-forecasts-worldwide-low-code-development-technologies-market-to-grow-20-percent-in-20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E26874FC-B98D-466B-A317-C21127392D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Empowerment with Oversight: The Benefits and (Governance) Challenges with Low-Code / No-Code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AAC2F62-115A-47BE-B511-A3627D1347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Group 7</a:t>
            </a:r>
          </a:p>
          <a:p>
            <a:r>
              <a:rPr lang="en-US"/>
              <a:t>Dustin Nothwang, Luis Müller, Paul Keck</a:t>
            </a:r>
          </a:p>
          <a:p>
            <a:r>
              <a:rPr lang="en-US"/>
              <a:t>14.01.2026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203417F5-1D14-4C30-8CAC-5D972A0379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088" y="3843736"/>
            <a:ext cx="7200000" cy="1440000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Digital Innovation</a:t>
            </a:r>
          </a:p>
          <a:p>
            <a:r>
              <a:rPr lang="en-US"/>
              <a:t>Prof. Dr. Johann Kranz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5F32C64-8A39-9735-967C-3C47D0E4965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all" spc="50" normalizeH="0" baseline="0" noProof="0">
                <a:ln>
                  <a:noFill/>
                </a:ln>
                <a:solidFill>
                  <a:srgbClr val="0F19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PROFESSORSHIP OF DIGITAL SERVICES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all" spc="50" normalizeH="0" baseline="0" noProof="0">
                <a:ln>
                  <a:noFill/>
                </a:ln>
                <a:solidFill>
                  <a:srgbClr val="0F1987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AND SUSTAINABILITY</a:t>
            </a:r>
          </a:p>
        </p:txBody>
      </p:sp>
    </p:spTree>
    <p:extLst>
      <p:ext uri="{BB962C8B-B14F-4D97-AF65-F5344CB8AC3E}">
        <p14:creationId xmlns:p14="http://schemas.microsoft.com/office/powerpoint/2010/main" val="229251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BE54A-788E-E0B0-8F53-7CA3990C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CE7A3-7237-6B3B-E79A-3529F5FD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Presentation Roadmap</a:t>
            </a:r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1933EAF-FA7F-C8B2-72DF-C2073ACD49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PROFESSORSHIP OF DIGITAL SERVICES</a:t>
            </a:r>
          </a:p>
          <a:p>
            <a:r>
              <a:rPr lang="en-US"/>
              <a:t>AND SUSTAINABILITY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F5B5EE-F216-0D70-A875-2966BA49C9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Empowerment with Oversight: The Benefits and (Governance) Challenges with Low-Code / No-Code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32781C-2852-6327-8ADC-DF97A551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14.01.2026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C2D7EB3-CB65-7F1D-701E-CDCB1634D3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95C0792-3F4E-9868-79DA-A2CF44FFF0C0}"/>
              </a:ext>
            </a:extLst>
          </p:cNvPr>
          <p:cNvSpPr/>
          <p:nvPr/>
        </p:nvSpPr>
        <p:spPr>
          <a:xfrm>
            <a:off x="508000" y="2197101"/>
            <a:ext cx="3539133" cy="3378001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240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1601363-51CA-89BD-25C1-96CC781E9C72}"/>
              </a:ext>
            </a:extLst>
          </p:cNvPr>
          <p:cNvSpPr/>
          <p:nvPr/>
        </p:nvSpPr>
        <p:spPr>
          <a:xfrm>
            <a:off x="838201" y="2527300"/>
            <a:ext cx="29363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Aft>
                <a:spcPts val="800"/>
              </a:spcAft>
            </a:pPr>
            <a:r>
              <a:rPr lang="en-US" sz="1300" b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1</a:t>
            </a:r>
            <a:endParaRPr lang="en-US" sz="13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0F9B5A6-10FC-58E9-1B77-6FF078190051}"/>
              </a:ext>
            </a:extLst>
          </p:cNvPr>
          <p:cNvSpPr/>
          <p:nvPr/>
        </p:nvSpPr>
        <p:spPr>
          <a:xfrm>
            <a:off x="838201" y="3063081"/>
            <a:ext cx="293630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  <a:spcAft>
                <a:spcPts val="1200"/>
              </a:spcAft>
            </a:pPr>
            <a:r>
              <a:rPr lang="en-US" sz="2000" b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Opportunities</a:t>
            </a:r>
            <a:endParaRPr lang="en-US" sz="200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33E7047-F631-92F8-3DCD-2C4A661CB858}"/>
              </a:ext>
            </a:extLst>
          </p:cNvPr>
          <p:cNvSpPr/>
          <p:nvPr/>
        </p:nvSpPr>
        <p:spPr>
          <a:xfrm>
            <a:off x="838201" y="4129882"/>
            <a:ext cx="29363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600"/>
              </a:spcAft>
            </a:pPr>
            <a:r>
              <a:rPr lang="en-US" sz="13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LCNC? Why now? What are the opportunities?</a:t>
            </a:r>
            <a:endParaRPr lang="en-US" sz="13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E5E70461-A03B-2A16-F8D1-59344EFD0A5E}"/>
              </a:ext>
            </a:extLst>
          </p:cNvPr>
          <p:cNvSpPr/>
          <p:nvPr/>
        </p:nvSpPr>
        <p:spPr>
          <a:xfrm>
            <a:off x="838201" y="5031581"/>
            <a:ext cx="29363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Dustin ✓</a:t>
            </a:r>
            <a:endParaRPr lang="en-US" sz="12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682CC63-7670-5114-6CCD-FDB02ED303C6}"/>
              </a:ext>
            </a:extLst>
          </p:cNvPr>
          <p:cNvSpPr/>
          <p:nvPr/>
        </p:nvSpPr>
        <p:spPr>
          <a:xfrm>
            <a:off x="4351934" y="2197101"/>
            <a:ext cx="3539133" cy="3378001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240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B341172-7D3F-6DF4-BB08-95612F4E4E95}"/>
              </a:ext>
            </a:extLst>
          </p:cNvPr>
          <p:cNvSpPr/>
          <p:nvPr/>
        </p:nvSpPr>
        <p:spPr>
          <a:xfrm>
            <a:off x="4682134" y="2527300"/>
            <a:ext cx="29363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Aft>
                <a:spcPts val="800"/>
              </a:spcAft>
            </a:pPr>
            <a:r>
              <a:rPr lang="en-US" sz="1300" b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2</a:t>
            </a:r>
            <a:endParaRPr lang="en-US" sz="130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C5EEC27-1B20-7FAB-3681-10921262DA25}"/>
              </a:ext>
            </a:extLst>
          </p:cNvPr>
          <p:cNvSpPr/>
          <p:nvPr/>
        </p:nvSpPr>
        <p:spPr>
          <a:xfrm>
            <a:off x="4682134" y="3063081"/>
            <a:ext cx="293630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  <a:spcAft>
                <a:spcPts val="1200"/>
              </a:spcAft>
            </a:pPr>
            <a:r>
              <a:rPr lang="en-US" sz="2000" b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0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C4E1E38-61D4-4FD9-124A-FE2B06FCFD36}"/>
              </a:ext>
            </a:extLst>
          </p:cNvPr>
          <p:cNvSpPr/>
          <p:nvPr/>
        </p:nvSpPr>
        <p:spPr>
          <a:xfrm>
            <a:off x="4682134" y="4129882"/>
            <a:ext cx="29363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600"/>
              </a:spcAft>
            </a:pPr>
            <a:r>
              <a:rPr lang="en-US" sz="13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risks emerge? Shadow IT, security, quality</a:t>
            </a:r>
            <a:endParaRPr lang="en-US" sz="130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2A4D0887-C90B-75DF-EEA9-43FB36834466}"/>
              </a:ext>
            </a:extLst>
          </p:cNvPr>
          <p:cNvSpPr/>
          <p:nvPr/>
        </p:nvSpPr>
        <p:spPr>
          <a:xfrm>
            <a:off x="4682134" y="5031581"/>
            <a:ext cx="29363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✓</a:t>
            </a:r>
            <a:endParaRPr lang="en-US" sz="120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B656C0C2-20A9-15F6-8586-5C17A388557F}"/>
              </a:ext>
            </a:extLst>
          </p:cNvPr>
          <p:cNvSpPr/>
          <p:nvPr/>
        </p:nvSpPr>
        <p:spPr>
          <a:xfrm>
            <a:off x="8195866" y="2189561"/>
            <a:ext cx="3488333" cy="3393281"/>
          </a:xfrm>
          <a:prstGeom prst="roundRect">
            <a:avLst>
              <a:gd name="adj" fmla="val 299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endParaRPr lang="en-US" sz="240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BE587CF-F902-3CBC-A721-B54E283D9768}"/>
              </a:ext>
            </a:extLst>
          </p:cNvPr>
          <p:cNvSpPr/>
          <p:nvPr/>
        </p:nvSpPr>
        <p:spPr>
          <a:xfrm>
            <a:off x="8500666" y="2527300"/>
            <a:ext cx="82986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</a:pPr>
            <a:r>
              <a:rPr lang="en-US" sz="1300" b="1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3</a:t>
            </a:r>
            <a:endParaRPr lang="en-US" sz="130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E412CF3-1167-2112-C82F-F4B8F797A972}"/>
              </a:ext>
            </a:extLst>
          </p:cNvPr>
          <p:cNvSpPr/>
          <p:nvPr/>
        </p:nvSpPr>
        <p:spPr>
          <a:xfrm>
            <a:off x="10783889" y="2494360"/>
            <a:ext cx="595511" cy="297061"/>
          </a:xfrm>
          <a:prstGeom prst="roundRect">
            <a:avLst>
              <a:gd name="adj" fmla="val 51303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endParaRPr lang="en-US" sz="24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BEE015DE-BF10-91E8-C918-7CDF0F890C55}"/>
              </a:ext>
            </a:extLst>
          </p:cNvPr>
          <p:cNvSpPr/>
          <p:nvPr/>
        </p:nvSpPr>
        <p:spPr>
          <a:xfrm>
            <a:off x="10910888" y="2545160"/>
            <a:ext cx="34834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3293D74C-E252-CC22-D333-8E823024561B}"/>
              </a:ext>
            </a:extLst>
          </p:cNvPr>
          <p:cNvSpPr/>
          <p:nvPr/>
        </p:nvSpPr>
        <p:spPr>
          <a:xfrm>
            <a:off x="8500666" y="3096220"/>
            <a:ext cx="2936308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  <a:spcAft>
                <a:spcPts val="1200"/>
              </a:spcAft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&amp; Power Platform</a:t>
            </a:r>
            <a:endParaRPr lang="en-US" sz="200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99126AE-61F5-6D74-1A3C-832F70CF6A8B}"/>
              </a:ext>
            </a:extLst>
          </p:cNvPr>
          <p:cNvSpPr/>
          <p:nvPr/>
        </p:nvSpPr>
        <p:spPr>
          <a:xfrm>
            <a:off x="8500666" y="4163021"/>
            <a:ext cx="29363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600"/>
              </a:spcAft>
            </a:pPr>
            <a:r>
              <a:rPr lang="en-US" sz="13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organizations address these challenges?</a:t>
            </a:r>
            <a:endParaRPr lang="en-US" sz="130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75C1880-BFF8-179D-E71F-76204BA9CAE5}"/>
              </a:ext>
            </a:extLst>
          </p:cNvPr>
          <p:cNvSpPr/>
          <p:nvPr/>
        </p:nvSpPr>
        <p:spPr>
          <a:xfrm>
            <a:off x="8500666" y="5064720"/>
            <a:ext cx="293630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89127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44EAC-88E0-DF2F-6924-8BA62D3D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2CF55E0-F7DA-AD0B-5883-851CA5F4274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47738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7F6DA20-2C90-7FC9-85AC-79015A8C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 dirty="0"/>
              <a:t>Sprint 5		Final Stretch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A6C7AF-3C4F-A704-6BFC-867A68078F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PROFESSORSHIP OF DIGITAL SERVICES</a:t>
            </a:r>
          </a:p>
          <a:p>
            <a:r>
              <a:rPr lang="en-US"/>
              <a:t>AND SUSTAINABILITY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FBDF509-4666-A308-CE3D-2CCC6CE6F9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Empowerment with Oversight: The Benefits and (Governance) Challenges with Low-Code / No-Code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212222E-D45F-4C21-A6B2-56F50729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14.01.2026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42E25FD-29DF-3C57-62DA-0DB5967BD3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4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2E90-186D-A50F-9316-4CFBAAAA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582C37A-426C-1B51-860D-BD9C0F00BD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CF55E0-F7DA-AD0B-5883-851CA5F427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FFA9857-FF48-0C85-7D34-3A5D284AC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386379-8404-B699-93FA-DB6F4CA623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PROFESSORSHIP OF DIGITAL SERVICES</a:t>
            </a:r>
          </a:p>
          <a:p>
            <a:r>
              <a:rPr lang="en-US"/>
              <a:t>AND SUSTAINABILITY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CADCC85-B3AB-5455-AA98-1A533C1C63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platzhalter 30">
            <a:extLst>
              <a:ext uri="{FF2B5EF4-FFF2-40B4-BE49-F238E27FC236}">
                <a16:creationId xmlns:a16="http://schemas.microsoft.com/office/drawing/2014/main" id="{CC6F8D8E-A444-6919-1880-8269437D1D4A}"/>
              </a:ext>
            </a:extLst>
          </p:cNvPr>
          <p:cNvSpPr txBox="1">
            <a:spLocks/>
          </p:cNvSpPr>
          <p:nvPr/>
        </p:nvSpPr>
        <p:spPr>
          <a:xfrm>
            <a:off x="49193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 dirty="0">
                <a:sym typeface="Futura"/>
              </a:rPr>
              <a:t>Phase 1</a:t>
            </a:r>
          </a:p>
        </p:txBody>
      </p:sp>
      <p:sp>
        <p:nvSpPr>
          <p:cNvPr id="6" name="Textplatzhalter 30">
            <a:extLst>
              <a:ext uri="{FF2B5EF4-FFF2-40B4-BE49-F238E27FC236}">
                <a16:creationId xmlns:a16="http://schemas.microsoft.com/office/drawing/2014/main" id="{0D454291-F07B-61D0-ADCB-09612EEDE6FA}"/>
              </a:ext>
            </a:extLst>
          </p:cNvPr>
          <p:cNvSpPr txBox="1">
            <a:spLocks/>
          </p:cNvSpPr>
          <p:nvPr/>
        </p:nvSpPr>
        <p:spPr>
          <a:xfrm>
            <a:off x="2119375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2</a:t>
            </a:r>
          </a:p>
        </p:txBody>
      </p:sp>
      <p:sp>
        <p:nvSpPr>
          <p:cNvPr id="8" name="Textplatzhalter 30">
            <a:extLst>
              <a:ext uri="{FF2B5EF4-FFF2-40B4-BE49-F238E27FC236}">
                <a16:creationId xmlns:a16="http://schemas.microsoft.com/office/drawing/2014/main" id="{EB121FAF-30BF-5F7A-B42F-A6308111BB86}"/>
              </a:ext>
            </a:extLst>
          </p:cNvPr>
          <p:cNvSpPr txBox="1">
            <a:spLocks/>
          </p:cNvSpPr>
          <p:nvPr/>
        </p:nvSpPr>
        <p:spPr>
          <a:xfrm>
            <a:off x="3746819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3</a:t>
            </a:r>
          </a:p>
        </p:txBody>
      </p:sp>
      <p:sp>
        <p:nvSpPr>
          <p:cNvPr id="11" name="Textplatzhalter 30">
            <a:extLst>
              <a:ext uri="{FF2B5EF4-FFF2-40B4-BE49-F238E27FC236}">
                <a16:creationId xmlns:a16="http://schemas.microsoft.com/office/drawing/2014/main" id="{9FECF05B-496A-688F-7040-45AEE48043C6}"/>
              </a:ext>
            </a:extLst>
          </p:cNvPr>
          <p:cNvSpPr txBox="1">
            <a:spLocks/>
          </p:cNvSpPr>
          <p:nvPr/>
        </p:nvSpPr>
        <p:spPr>
          <a:xfrm>
            <a:off x="537426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4</a:t>
            </a:r>
          </a:p>
        </p:txBody>
      </p:sp>
      <p:sp>
        <p:nvSpPr>
          <p:cNvPr id="12" name="Textplatzhalter 30">
            <a:extLst>
              <a:ext uri="{FF2B5EF4-FFF2-40B4-BE49-F238E27FC236}">
                <a16:creationId xmlns:a16="http://schemas.microsoft.com/office/drawing/2014/main" id="{2EE72BCC-3AFF-9D1A-E42B-D5819F728439}"/>
              </a:ext>
            </a:extLst>
          </p:cNvPr>
          <p:cNvSpPr txBox="1">
            <a:spLocks/>
          </p:cNvSpPr>
          <p:nvPr/>
        </p:nvSpPr>
        <p:spPr>
          <a:xfrm>
            <a:off x="7001706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5</a:t>
            </a:r>
          </a:p>
        </p:txBody>
      </p:sp>
      <p:sp>
        <p:nvSpPr>
          <p:cNvPr id="13" name="Textplatzhalter 30">
            <a:extLst>
              <a:ext uri="{FF2B5EF4-FFF2-40B4-BE49-F238E27FC236}">
                <a16:creationId xmlns:a16="http://schemas.microsoft.com/office/drawing/2014/main" id="{2E1ED9B5-F4AD-C559-60A1-F7271093C84A}"/>
              </a:ext>
            </a:extLst>
          </p:cNvPr>
          <p:cNvSpPr txBox="1">
            <a:spLocks/>
          </p:cNvSpPr>
          <p:nvPr/>
        </p:nvSpPr>
        <p:spPr>
          <a:xfrm>
            <a:off x="8629149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6</a:t>
            </a:r>
          </a:p>
        </p:txBody>
      </p:sp>
      <p:sp>
        <p:nvSpPr>
          <p:cNvPr id="14" name="Textplatzhalter 30">
            <a:extLst>
              <a:ext uri="{FF2B5EF4-FFF2-40B4-BE49-F238E27FC236}">
                <a16:creationId xmlns:a16="http://schemas.microsoft.com/office/drawing/2014/main" id="{317407BF-6FA6-DE8A-4437-BD0B98FC1A56}"/>
              </a:ext>
            </a:extLst>
          </p:cNvPr>
          <p:cNvSpPr txBox="1">
            <a:spLocks/>
          </p:cNvSpPr>
          <p:nvPr/>
        </p:nvSpPr>
        <p:spPr>
          <a:xfrm>
            <a:off x="1025659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7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130406-326E-6936-75E0-281C7F8831E1}"/>
              </a:ext>
            </a:extLst>
          </p:cNvPr>
          <p:cNvGrpSpPr/>
          <p:nvPr/>
        </p:nvGrpSpPr>
        <p:grpSpPr>
          <a:xfrm>
            <a:off x="1263681" y="2002118"/>
            <a:ext cx="9696244" cy="3188471"/>
            <a:chOff x="407987" y="1581976"/>
            <a:chExt cx="11337613" cy="3728212"/>
          </a:xfrm>
        </p:grpSpPr>
        <p:sp>
          <p:nvSpPr>
            <p:cNvPr id="16" name="Trapezoid 1">
              <a:extLst>
                <a:ext uri="{FF2B5EF4-FFF2-40B4-BE49-F238E27FC236}">
                  <a16:creationId xmlns:a16="http://schemas.microsoft.com/office/drawing/2014/main" id="{1226B7C0-2560-6833-0E19-EB9D6EAA2E1E}"/>
                </a:ext>
              </a:extLst>
            </p:cNvPr>
            <p:cNvSpPr>
              <a:spLocks/>
            </p:cNvSpPr>
            <p:nvPr/>
          </p:nvSpPr>
          <p:spPr>
            <a:xfrm rot="5400000" flipH="1">
              <a:off x="4212688" y="-2222725"/>
              <a:ext cx="3728212" cy="11337613"/>
            </a:xfrm>
            <a:prstGeom prst="trapezoid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Ellipse 29">
              <a:extLst>
                <a:ext uri="{FF2B5EF4-FFF2-40B4-BE49-F238E27FC236}">
                  <a16:creationId xmlns:a16="http://schemas.microsoft.com/office/drawing/2014/main" id="{21F9C47C-B786-7A79-6460-5B181D4410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3574" y="2036498"/>
              <a:ext cx="1555326" cy="152985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8" name="Ellipse 30">
              <a:extLst>
                <a:ext uri="{FF2B5EF4-FFF2-40B4-BE49-F238E27FC236}">
                  <a16:creationId xmlns:a16="http://schemas.microsoft.com/office/drawing/2014/main" id="{E6FB7656-4B62-4CE0-AD9F-FF1CA04926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7634" y="3342201"/>
              <a:ext cx="1450680" cy="142692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19" name="Ellipse 31">
              <a:extLst>
                <a:ext uri="{FF2B5EF4-FFF2-40B4-BE49-F238E27FC236}">
                  <a16:creationId xmlns:a16="http://schemas.microsoft.com/office/drawing/2014/main" id="{65E026BD-EBEF-4A5E-1C70-F5F245F95C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09929" y="2814017"/>
              <a:ext cx="1380272" cy="135766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/>
                <a:t>Lorem ipsum</a:t>
              </a:r>
            </a:p>
          </p:txBody>
        </p:sp>
        <p:sp>
          <p:nvSpPr>
            <p:cNvPr id="20" name="Ellipse 32">
              <a:extLst>
                <a:ext uri="{FF2B5EF4-FFF2-40B4-BE49-F238E27FC236}">
                  <a16:creationId xmlns:a16="http://schemas.microsoft.com/office/drawing/2014/main" id="{883235DB-9684-826C-F4C7-01CF3EF26C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885" y="2446879"/>
              <a:ext cx="1237171" cy="121691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21" name="Ellipse 33">
              <a:extLst>
                <a:ext uri="{FF2B5EF4-FFF2-40B4-BE49-F238E27FC236}">
                  <a16:creationId xmlns:a16="http://schemas.microsoft.com/office/drawing/2014/main" id="{42676C05-4E81-A82E-2F87-CB3CB572BB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2184" y="3341120"/>
              <a:ext cx="1013916" cy="99731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22" name="Ellipse 34">
              <a:extLst>
                <a:ext uri="{FF2B5EF4-FFF2-40B4-BE49-F238E27FC236}">
                  <a16:creationId xmlns:a16="http://schemas.microsoft.com/office/drawing/2014/main" id="{1427AE9F-F603-5C90-1739-8D91385BA8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6384" y="2591596"/>
              <a:ext cx="1013916" cy="99731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23" name="Ellipse 35">
              <a:extLst>
                <a:ext uri="{FF2B5EF4-FFF2-40B4-BE49-F238E27FC236}">
                  <a16:creationId xmlns:a16="http://schemas.microsoft.com/office/drawing/2014/main" id="{90AB2ABC-7B5E-542F-8162-18BACDF2C8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0298" y="3398003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24" name="Ellipse 36">
              <a:extLst>
                <a:ext uri="{FF2B5EF4-FFF2-40B4-BE49-F238E27FC236}">
                  <a16:creationId xmlns:a16="http://schemas.microsoft.com/office/drawing/2014/main" id="{2688847D-FA42-5FB4-62DD-D020AD6BF3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6321" y="3068549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25" name="Ellipse 37">
              <a:extLst>
                <a:ext uri="{FF2B5EF4-FFF2-40B4-BE49-F238E27FC236}">
                  <a16:creationId xmlns:a16="http://schemas.microsoft.com/office/drawing/2014/main" id="{934E4A65-B12B-4199-24F7-B0C9623D73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14773" y="2780692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821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Funnel III</a:t>
            </a:r>
          </a:p>
        </p:txBody>
      </p:sp>
      <p:grpSp>
        <p:nvGrpSpPr>
          <p:cNvPr id="2" name="Gruppieren 5">
            <a:extLst>
              <a:ext uri="{FF2B5EF4-FFF2-40B4-BE49-F238E27FC236}">
                <a16:creationId xmlns:a16="http://schemas.microsoft.com/office/drawing/2014/main" id="{52994B3F-4B77-4F63-BD78-91E25BF1A20E}"/>
              </a:ext>
            </a:extLst>
          </p:cNvPr>
          <p:cNvGrpSpPr>
            <a:grpSpLocks/>
          </p:cNvGrpSpPr>
          <p:nvPr/>
        </p:nvGrpSpPr>
        <p:grpSpPr>
          <a:xfrm>
            <a:off x="1843993" y="5033812"/>
            <a:ext cx="929996" cy="641432"/>
            <a:chOff x="2117981" y="5220462"/>
            <a:chExt cx="929996" cy="641432"/>
          </a:xfrm>
        </p:grpSpPr>
        <p:sp>
          <p:nvSpPr>
            <p:cNvPr id="3" name="Freihandform: Form 6">
              <a:extLst>
                <a:ext uri="{FF2B5EF4-FFF2-40B4-BE49-F238E27FC236}">
                  <a16:creationId xmlns:a16="http://schemas.microsoft.com/office/drawing/2014/main" id="{BEAEEE2F-8230-FAB6-F178-C9160AD4671B}"/>
                </a:ext>
              </a:extLst>
            </p:cNvPr>
            <p:cNvSpPr>
              <a:spLocks/>
            </p:cNvSpPr>
            <p:nvPr/>
          </p:nvSpPr>
          <p:spPr>
            <a:xfrm>
              <a:off x="2118726" y="5220462"/>
              <a:ext cx="929242" cy="43356"/>
            </a:xfrm>
            <a:custGeom>
              <a:avLst/>
              <a:gdLst>
                <a:gd name="connsiteX0" fmla="*/ 118396 w 118395"/>
                <a:gd name="connsiteY0" fmla="*/ 2762 h 5524"/>
                <a:gd name="connsiteX1" fmla="*/ 59150 w 118395"/>
                <a:gd name="connsiteY1" fmla="*/ 5525 h 5524"/>
                <a:gd name="connsiteX2" fmla="*/ 0 w 118395"/>
                <a:gd name="connsiteY2" fmla="*/ 2858 h 5524"/>
                <a:gd name="connsiteX3" fmla="*/ 0 w 118395"/>
                <a:gd name="connsiteY3" fmla="*/ 2858 h 5524"/>
                <a:gd name="connsiteX4" fmla="*/ 59150 w 118395"/>
                <a:gd name="connsiteY4" fmla="*/ 0 h 5524"/>
                <a:gd name="connsiteX5" fmla="*/ 118396 w 118395"/>
                <a:gd name="connsiteY5" fmla="*/ 2762 h 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95" h="5524">
                  <a:moveTo>
                    <a:pt x="118396" y="2762"/>
                  </a:moveTo>
                  <a:cubicBezTo>
                    <a:pt x="118396" y="4286"/>
                    <a:pt x="91916" y="5525"/>
                    <a:pt x="59150" y="5525"/>
                  </a:cubicBezTo>
                  <a:cubicBezTo>
                    <a:pt x="26384" y="5525"/>
                    <a:pt x="2000" y="4382"/>
                    <a:pt x="0" y="2858"/>
                  </a:cubicBezTo>
                  <a:lnTo>
                    <a:pt x="0" y="2858"/>
                  </a:lnTo>
                  <a:cubicBezTo>
                    <a:pt x="2000" y="1143"/>
                    <a:pt x="27718" y="0"/>
                    <a:pt x="59150" y="0"/>
                  </a:cubicBezTo>
                  <a:cubicBezTo>
                    <a:pt x="90583" y="0"/>
                    <a:pt x="118396" y="1238"/>
                    <a:pt x="118396" y="2762"/>
                  </a:cubicBezTo>
                  <a:close/>
                </a:path>
              </a:pathLst>
            </a:custGeom>
            <a:solidFill>
              <a:schemeClr val="accent1"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4" name="Freihandform: Form 7">
              <a:extLst>
                <a:ext uri="{FF2B5EF4-FFF2-40B4-BE49-F238E27FC236}">
                  <a16:creationId xmlns:a16="http://schemas.microsoft.com/office/drawing/2014/main" id="{638B44A4-9527-9A5A-67CA-00D4F8DCA6C5}"/>
                </a:ext>
              </a:extLst>
            </p:cNvPr>
            <p:cNvSpPr>
              <a:spLocks/>
            </p:cNvSpPr>
            <p:nvPr/>
          </p:nvSpPr>
          <p:spPr>
            <a:xfrm>
              <a:off x="2117981" y="5242148"/>
              <a:ext cx="929996" cy="619746"/>
            </a:xfrm>
            <a:custGeom>
              <a:avLst/>
              <a:gdLst>
                <a:gd name="connsiteX0" fmla="*/ 118491 w 118491"/>
                <a:gd name="connsiteY0" fmla="*/ 0 h 78962"/>
                <a:gd name="connsiteX1" fmla="*/ 118491 w 118491"/>
                <a:gd name="connsiteY1" fmla="*/ 76200 h 78962"/>
                <a:gd name="connsiteX2" fmla="*/ 59246 w 118491"/>
                <a:gd name="connsiteY2" fmla="*/ 78962 h 78962"/>
                <a:gd name="connsiteX3" fmla="*/ 0 w 118491"/>
                <a:gd name="connsiteY3" fmla="*/ 76200 h 78962"/>
                <a:gd name="connsiteX4" fmla="*/ 95 w 118491"/>
                <a:gd name="connsiteY4" fmla="*/ 76200 h 78962"/>
                <a:gd name="connsiteX5" fmla="*/ 95 w 118491"/>
                <a:gd name="connsiteY5" fmla="*/ 95 h 78962"/>
                <a:gd name="connsiteX6" fmla="*/ 59246 w 118491"/>
                <a:gd name="connsiteY6" fmla="*/ 2762 h 78962"/>
                <a:gd name="connsiteX7" fmla="*/ 118491 w 118491"/>
                <a:gd name="connsiteY7" fmla="*/ 0 h 7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91" h="78962">
                  <a:moveTo>
                    <a:pt x="118491" y="0"/>
                  </a:moveTo>
                  <a:lnTo>
                    <a:pt x="118491" y="76200"/>
                  </a:lnTo>
                  <a:cubicBezTo>
                    <a:pt x="118491" y="77724"/>
                    <a:pt x="92012" y="78962"/>
                    <a:pt x="59246" y="78962"/>
                  </a:cubicBezTo>
                  <a:cubicBezTo>
                    <a:pt x="26480" y="78962"/>
                    <a:pt x="0" y="77724"/>
                    <a:pt x="0" y="76200"/>
                  </a:cubicBezTo>
                  <a:cubicBezTo>
                    <a:pt x="0" y="76200"/>
                    <a:pt x="31" y="76200"/>
                    <a:pt x="95" y="76200"/>
                  </a:cubicBezTo>
                  <a:lnTo>
                    <a:pt x="95" y="95"/>
                  </a:lnTo>
                  <a:cubicBezTo>
                    <a:pt x="2096" y="1619"/>
                    <a:pt x="27813" y="2762"/>
                    <a:pt x="59246" y="2762"/>
                  </a:cubicBezTo>
                  <a:cubicBezTo>
                    <a:pt x="90678" y="2762"/>
                    <a:pt x="118491" y="1524"/>
                    <a:pt x="118491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6" name="Gruppieren 8">
            <a:extLst>
              <a:ext uri="{FF2B5EF4-FFF2-40B4-BE49-F238E27FC236}">
                <a16:creationId xmlns:a16="http://schemas.microsoft.com/office/drawing/2014/main" id="{D34A9D83-6AB3-757F-2605-A79CDFF52465}"/>
              </a:ext>
            </a:extLst>
          </p:cNvPr>
          <p:cNvGrpSpPr>
            <a:grpSpLocks/>
          </p:cNvGrpSpPr>
          <p:nvPr/>
        </p:nvGrpSpPr>
        <p:grpSpPr>
          <a:xfrm>
            <a:off x="1566637" y="4337817"/>
            <a:ext cx="1484700" cy="654876"/>
            <a:chOff x="1840625" y="4524467"/>
            <a:chExt cx="1484700" cy="654876"/>
          </a:xfrm>
        </p:grpSpPr>
        <p:sp>
          <p:nvSpPr>
            <p:cNvPr id="7" name="Freihandform: Form 9">
              <a:extLst>
                <a:ext uri="{FF2B5EF4-FFF2-40B4-BE49-F238E27FC236}">
                  <a16:creationId xmlns:a16="http://schemas.microsoft.com/office/drawing/2014/main" id="{5E11DD02-ABDE-EA4F-9AB3-8149B29E7EBD}"/>
                </a:ext>
              </a:extLst>
            </p:cNvPr>
            <p:cNvSpPr>
              <a:spLocks/>
            </p:cNvSpPr>
            <p:nvPr/>
          </p:nvSpPr>
          <p:spPr>
            <a:xfrm>
              <a:off x="1840625" y="4524467"/>
              <a:ext cx="1484700" cy="68770"/>
            </a:xfrm>
            <a:custGeom>
              <a:avLst/>
              <a:gdLst>
                <a:gd name="connsiteX0" fmla="*/ 189166 w 189166"/>
                <a:gd name="connsiteY0" fmla="*/ 4381 h 8762"/>
                <a:gd name="connsiteX1" fmla="*/ 189071 w 189166"/>
                <a:gd name="connsiteY1" fmla="*/ 4572 h 8762"/>
                <a:gd name="connsiteX2" fmla="*/ 94583 w 189166"/>
                <a:gd name="connsiteY2" fmla="*/ 8763 h 8762"/>
                <a:gd name="connsiteX3" fmla="*/ 95 w 189166"/>
                <a:gd name="connsiteY3" fmla="*/ 4572 h 8762"/>
                <a:gd name="connsiteX4" fmla="*/ 0 w 189166"/>
                <a:gd name="connsiteY4" fmla="*/ 4381 h 8762"/>
                <a:gd name="connsiteX5" fmla="*/ 94583 w 189166"/>
                <a:gd name="connsiteY5" fmla="*/ 0 h 8762"/>
                <a:gd name="connsiteX6" fmla="*/ 189166 w 189166"/>
                <a:gd name="connsiteY6" fmla="*/ 4381 h 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166" h="8762">
                  <a:moveTo>
                    <a:pt x="189166" y="4381"/>
                  </a:moveTo>
                  <a:cubicBezTo>
                    <a:pt x="189166" y="4381"/>
                    <a:pt x="189166" y="4572"/>
                    <a:pt x="189071" y="4572"/>
                  </a:cubicBezTo>
                  <a:cubicBezTo>
                    <a:pt x="186500" y="6953"/>
                    <a:pt x="145256" y="8763"/>
                    <a:pt x="94583" y="8763"/>
                  </a:cubicBezTo>
                  <a:cubicBezTo>
                    <a:pt x="43910" y="8763"/>
                    <a:pt x="2667" y="6953"/>
                    <a:pt x="95" y="4572"/>
                  </a:cubicBezTo>
                  <a:cubicBezTo>
                    <a:pt x="0" y="4572"/>
                    <a:pt x="0" y="4477"/>
                    <a:pt x="0" y="4381"/>
                  </a:cubicBezTo>
                  <a:cubicBezTo>
                    <a:pt x="0" y="1905"/>
                    <a:pt x="42386" y="0"/>
                    <a:pt x="94583" y="0"/>
                  </a:cubicBezTo>
                  <a:cubicBezTo>
                    <a:pt x="146780" y="0"/>
                    <a:pt x="189166" y="1905"/>
                    <a:pt x="189166" y="4381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  <p:sp>
          <p:nvSpPr>
            <p:cNvPr id="9" name="Freihandform: Form 10">
              <a:extLst>
                <a:ext uri="{FF2B5EF4-FFF2-40B4-BE49-F238E27FC236}">
                  <a16:creationId xmlns:a16="http://schemas.microsoft.com/office/drawing/2014/main" id="{3C7682B7-74E0-0378-AC70-2560971DB31F}"/>
                </a:ext>
              </a:extLst>
            </p:cNvPr>
            <p:cNvSpPr>
              <a:spLocks/>
            </p:cNvSpPr>
            <p:nvPr/>
          </p:nvSpPr>
          <p:spPr>
            <a:xfrm>
              <a:off x="1841370" y="4560351"/>
              <a:ext cx="1483208" cy="618992"/>
            </a:xfrm>
            <a:custGeom>
              <a:avLst/>
              <a:gdLst>
                <a:gd name="connsiteX0" fmla="*/ 188976 w 188976"/>
                <a:gd name="connsiteY0" fmla="*/ 0 h 78866"/>
                <a:gd name="connsiteX1" fmla="*/ 157163 w 188976"/>
                <a:gd name="connsiteY1" fmla="*/ 75914 h 78866"/>
                <a:gd name="connsiteX2" fmla="*/ 94488 w 188976"/>
                <a:gd name="connsiteY2" fmla="*/ 78867 h 78866"/>
                <a:gd name="connsiteX3" fmla="*/ 31814 w 188976"/>
                <a:gd name="connsiteY3" fmla="*/ 75914 h 78866"/>
                <a:gd name="connsiteX4" fmla="*/ 31909 w 188976"/>
                <a:gd name="connsiteY4" fmla="*/ 75914 h 78866"/>
                <a:gd name="connsiteX5" fmla="*/ 31909 w 188976"/>
                <a:gd name="connsiteY5" fmla="*/ 75914 h 78866"/>
                <a:gd name="connsiteX6" fmla="*/ 0 w 188976"/>
                <a:gd name="connsiteY6" fmla="*/ 0 h 78866"/>
                <a:gd name="connsiteX7" fmla="*/ 94488 w 188976"/>
                <a:gd name="connsiteY7" fmla="*/ 4191 h 78866"/>
                <a:gd name="connsiteX8" fmla="*/ 188976 w 188976"/>
                <a:gd name="connsiteY8" fmla="*/ 0 h 78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8976" h="78866">
                  <a:moveTo>
                    <a:pt x="188976" y="0"/>
                  </a:moveTo>
                  <a:lnTo>
                    <a:pt x="157163" y="75914"/>
                  </a:lnTo>
                  <a:cubicBezTo>
                    <a:pt x="157163" y="77533"/>
                    <a:pt x="129159" y="78867"/>
                    <a:pt x="94488" y="78867"/>
                  </a:cubicBezTo>
                  <a:cubicBezTo>
                    <a:pt x="59817" y="78867"/>
                    <a:pt x="31814" y="77533"/>
                    <a:pt x="31814" y="75914"/>
                  </a:cubicBezTo>
                  <a:cubicBezTo>
                    <a:pt x="31814" y="75914"/>
                    <a:pt x="31845" y="75914"/>
                    <a:pt x="31909" y="75914"/>
                  </a:cubicBezTo>
                  <a:lnTo>
                    <a:pt x="31909" y="75914"/>
                  </a:lnTo>
                  <a:lnTo>
                    <a:pt x="0" y="0"/>
                  </a:lnTo>
                  <a:cubicBezTo>
                    <a:pt x="2572" y="2381"/>
                    <a:pt x="43910" y="4191"/>
                    <a:pt x="94488" y="4191"/>
                  </a:cubicBezTo>
                  <a:cubicBezTo>
                    <a:pt x="145066" y="4191"/>
                    <a:pt x="186404" y="2381"/>
                    <a:pt x="188976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11" name="Gruppieren 11">
            <a:extLst>
              <a:ext uri="{FF2B5EF4-FFF2-40B4-BE49-F238E27FC236}">
                <a16:creationId xmlns:a16="http://schemas.microsoft.com/office/drawing/2014/main" id="{537AFCCA-2379-155F-6034-687ACB2E5C9C}"/>
              </a:ext>
            </a:extLst>
          </p:cNvPr>
          <p:cNvGrpSpPr>
            <a:grpSpLocks/>
          </p:cNvGrpSpPr>
          <p:nvPr/>
        </p:nvGrpSpPr>
        <p:grpSpPr>
          <a:xfrm>
            <a:off x="1279564" y="3641068"/>
            <a:ext cx="2058845" cy="681789"/>
            <a:chOff x="1553552" y="3827718"/>
            <a:chExt cx="2058845" cy="681789"/>
          </a:xfrm>
        </p:grpSpPr>
        <p:sp>
          <p:nvSpPr>
            <p:cNvPr id="12" name="Freihandform: Form 12">
              <a:extLst>
                <a:ext uri="{FF2B5EF4-FFF2-40B4-BE49-F238E27FC236}">
                  <a16:creationId xmlns:a16="http://schemas.microsoft.com/office/drawing/2014/main" id="{3829CE9D-276F-5184-285D-7522CAD1891E}"/>
                </a:ext>
              </a:extLst>
            </p:cNvPr>
            <p:cNvSpPr>
              <a:spLocks/>
            </p:cNvSpPr>
            <p:nvPr/>
          </p:nvSpPr>
          <p:spPr>
            <a:xfrm>
              <a:off x="1553552" y="3827718"/>
              <a:ext cx="2058845" cy="95691"/>
            </a:xfrm>
            <a:custGeom>
              <a:avLst/>
              <a:gdLst>
                <a:gd name="connsiteX0" fmla="*/ 262319 w 262318"/>
                <a:gd name="connsiteY0" fmla="*/ 6096 h 12192"/>
                <a:gd name="connsiteX1" fmla="*/ 131159 w 262318"/>
                <a:gd name="connsiteY1" fmla="*/ 12192 h 12192"/>
                <a:gd name="connsiteX2" fmla="*/ 190 w 262318"/>
                <a:gd name="connsiteY2" fmla="*/ 6382 h 12192"/>
                <a:gd name="connsiteX3" fmla="*/ 0 w 262318"/>
                <a:gd name="connsiteY3" fmla="*/ 6096 h 12192"/>
                <a:gd name="connsiteX4" fmla="*/ 131159 w 262318"/>
                <a:gd name="connsiteY4" fmla="*/ 0 h 12192"/>
                <a:gd name="connsiteX5" fmla="*/ 262319 w 262318"/>
                <a:gd name="connsiteY5" fmla="*/ 6096 h 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2318" h="12192">
                  <a:moveTo>
                    <a:pt x="262319" y="6096"/>
                  </a:moveTo>
                  <a:cubicBezTo>
                    <a:pt x="262319" y="9525"/>
                    <a:pt x="203644" y="12192"/>
                    <a:pt x="131159" y="12192"/>
                  </a:cubicBezTo>
                  <a:cubicBezTo>
                    <a:pt x="58674" y="12192"/>
                    <a:pt x="3715" y="9716"/>
                    <a:pt x="190" y="6382"/>
                  </a:cubicBezTo>
                  <a:cubicBezTo>
                    <a:pt x="190" y="6286"/>
                    <a:pt x="0" y="6191"/>
                    <a:pt x="0" y="6096"/>
                  </a:cubicBezTo>
                  <a:cubicBezTo>
                    <a:pt x="0" y="2667"/>
                    <a:pt x="58769" y="0"/>
                    <a:pt x="131159" y="0"/>
                  </a:cubicBezTo>
                  <a:cubicBezTo>
                    <a:pt x="203549" y="0"/>
                    <a:pt x="262319" y="2667"/>
                    <a:pt x="262319" y="6096"/>
                  </a:cubicBezTo>
                  <a:close/>
                </a:path>
              </a:pathLst>
            </a:custGeom>
            <a:solidFill>
              <a:schemeClr val="bg2">
                <a:lumMod val="50000"/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  <p:sp>
          <p:nvSpPr>
            <p:cNvPr id="13" name="Freihandform: Form 13">
              <a:extLst>
                <a:ext uri="{FF2B5EF4-FFF2-40B4-BE49-F238E27FC236}">
                  <a16:creationId xmlns:a16="http://schemas.microsoft.com/office/drawing/2014/main" id="{FB1E6914-7584-678A-791A-0A0D68693FE3}"/>
                </a:ext>
              </a:extLst>
            </p:cNvPr>
            <p:cNvSpPr>
              <a:spLocks/>
            </p:cNvSpPr>
            <p:nvPr/>
          </p:nvSpPr>
          <p:spPr>
            <a:xfrm>
              <a:off x="1555051" y="3875563"/>
              <a:ext cx="2057346" cy="633944"/>
            </a:xfrm>
            <a:custGeom>
              <a:avLst/>
              <a:gdLst>
                <a:gd name="connsiteX0" fmla="*/ 262128 w 262127"/>
                <a:gd name="connsiteY0" fmla="*/ 0 h 80771"/>
                <a:gd name="connsiteX1" fmla="*/ 230219 w 262127"/>
                <a:gd name="connsiteY1" fmla="*/ 76105 h 80771"/>
                <a:gd name="connsiteX2" fmla="*/ 130969 w 262127"/>
                <a:gd name="connsiteY2" fmla="*/ 80772 h 80771"/>
                <a:gd name="connsiteX3" fmla="*/ 31718 w 262127"/>
                <a:gd name="connsiteY3" fmla="*/ 76105 h 80771"/>
                <a:gd name="connsiteX4" fmla="*/ 31814 w 262127"/>
                <a:gd name="connsiteY4" fmla="*/ 76105 h 80771"/>
                <a:gd name="connsiteX5" fmla="*/ 31814 w 262127"/>
                <a:gd name="connsiteY5" fmla="*/ 75914 h 80771"/>
                <a:gd name="connsiteX6" fmla="*/ 0 w 262127"/>
                <a:gd name="connsiteY6" fmla="*/ 286 h 80771"/>
                <a:gd name="connsiteX7" fmla="*/ 130969 w 262127"/>
                <a:gd name="connsiteY7" fmla="*/ 6096 h 80771"/>
                <a:gd name="connsiteX8" fmla="*/ 262128 w 262127"/>
                <a:gd name="connsiteY8" fmla="*/ 0 h 8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2127" h="80771">
                  <a:moveTo>
                    <a:pt x="262128" y="0"/>
                  </a:moveTo>
                  <a:lnTo>
                    <a:pt x="230219" y="76105"/>
                  </a:lnTo>
                  <a:cubicBezTo>
                    <a:pt x="230219" y="78676"/>
                    <a:pt x="185833" y="80772"/>
                    <a:pt x="130969" y="80772"/>
                  </a:cubicBezTo>
                  <a:cubicBezTo>
                    <a:pt x="76105" y="80772"/>
                    <a:pt x="31718" y="78676"/>
                    <a:pt x="31718" y="76105"/>
                  </a:cubicBezTo>
                  <a:lnTo>
                    <a:pt x="31814" y="76105"/>
                  </a:lnTo>
                  <a:lnTo>
                    <a:pt x="31814" y="75914"/>
                  </a:lnTo>
                  <a:lnTo>
                    <a:pt x="0" y="286"/>
                  </a:lnTo>
                  <a:cubicBezTo>
                    <a:pt x="3524" y="3619"/>
                    <a:pt x="60865" y="6096"/>
                    <a:pt x="130969" y="6096"/>
                  </a:cubicBezTo>
                  <a:cubicBezTo>
                    <a:pt x="201073" y="6096"/>
                    <a:pt x="262128" y="3429"/>
                    <a:pt x="262128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grpSp>
        <p:nvGrpSpPr>
          <p:cNvPr id="14" name="Gruppieren 14">
            <a:extLst>
              <a:ext uri="{FF2B5EF4-FFF2-40B4-BE49-F238E27FC236}">
                <a16:creationId xmlns:a16="http://schemas.microsoft.com/office/drawing/2014/main" id="{36068CD3-0DA5-AFC4-DC94-F74C8D8940D3}"/>
              </a:ext>
            </a:extLst>
          </p:cNvPr>
          <p:cNvGrpSpPr>
            <a:grpSpLocks/>
          </p:cNvGrpSpPr>
          <p:nvPr/>
        </p:nvGrpSpPr>
        <p:grpSpPr>
          <a:xfrm>
            <a:off x="992492" y="2944319"/>
            <a:ext cx="2632990" cy="708702"/>
            <a:chOff x="1266480" y="3130969"/>
            <a:chExt cx="2632990" cy="708702"/>
          </a:xfrm>
        </p:grpSpPr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529DA37F-5C49-B081-6455-D604CD0D8F94}"/>
                </a:ext>
              </a:extLst>
            </p:cNvPr>
            <p:cNvSpPr>
              <a:spLocks/>
            </p:cNvSpPr>
            <p:nvPr/>
          </p:nvSpPr>
          <p:spPr>
            <a:xfrm>
              <a:off x="1268724" y="3195257"/>
              <a:ext cx="2629254" cy="644414"/>
            </a:xfrm>
            <a:custGeom>
              <a:avLst/>
              <a:gdLst>
                <a:gd name="connsiteX0" fmla="*/ 334994 w 334994"/>
                <a:gd name="connsiteY0" fmla="*/ 0 h 82105"/>
                <a:gd name="connsiteX1" fmla="*/ 303181 w 334994"/>
                <a:gd name="connsiteY1" fmla="*/ 75724 h 82105"/>
                <a:gd name="connsiteX2" fmla="*/ 167450 w 334994"/>
                <a:gd name="connsiteY2" fmla="*/ 82105 h 82105"/>
                <a:gd name="connsiteX3" fmla="*/ 31718 w 334994"/>
                <a:gd name="connsiteY3" fmla="*/ 75724 h 82105"/>
                <a:gd name="connsiteX4" fmla="*/ 0 w 334994"/>
                <a:gd name="connsiteY4" fmla="*/ 95 h 82105"/>
                <a:gd name="connsiteX5" fmla="*/ 167450 w 334994"/>
                <a:gd name="connsiteY5" fmla="*/ 7430 h 82105"/>
                <a:gd name="connsiteX6" fmla="*/ 334994 w 334994"/>
                <a:gd name="connsiteY6" fmla="*/ 0 h 82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4994" h="82105">
                  <a:moveTo>
                    <a:pt x="334994" y="0"/>
                  </a:moveTo>
                  <a:lnTo>
                    <a:pt x="303181" y="75724"/>
                  </a:lnTo>
                  <a:cubicBezTo>
                    <a:pt x="303181" y="79248"/>
                    <a:pt x="242411" y="82105"/>
                    <a:pt x="167450" y="82105"/>
                  </a:cubicBezTo>
                  <a:cubicBezTo>
                    <a:pt x="92488" y="82105"/>
                    <a:pt x="31718" y="79248"/>
                    <a:pt x="31718" y="75724"/>
                  </a:cubicBezTo>
                  <a:lnTo>
                    <a:pt x="0" y="95"/>
                  </a:lnTo>
                  <a:cubicBezTo>
                    <a:pt x="5143" y="4286"/>
                    <a:pt x="78200" y="7430"/>
                    <a:pt x="167450" y="7430"/>
                  </a:cubicBezTo>
                  <a:cubicBezTo>
                    <a:pt x="256699" y="7430"/>
                    <a:pt x="330518" y="4191"/>
                    <a:pt x="334994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 dirty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16" name="Freihandform: Form 16">
              <a:extLst>
                <a:ext uri="{FF2B5EF4-FFF2-40B4-BE49-F238E27FC236}">
                  <a16:creationId xmlns:a16="http://schemas.microsoft.com/office/drawing/2014/main" id="{46B875E8-1E2D-C0D6-5BE7-10F27E171BE1}"/>
                </a:ext>
              </a:extLst>
            </p:cNvPr>
            <p:cNvSpPr>
              <a:spLocks/>
            </p:cNvSpPr>
            <p:nvPr/>
          </p:nvSpPr>
          <p:spPr>
            <a:xfrm>
              <a:off x="1266480" y="3130969"/>
              <a:ext cx="2632990" cy="122604"/>
            </a:xfrm>
            <a:custGeom>
              <a:avLst/>
              <a:gdLst>
                <a:gd name="connsiteX0" fmla="*/ 335471 w 335470"/>
                <a:gd name="connsiteY0" fmla="*/ 7810 h 15621"/>
                <a:gd name="connsiteX1" fmla="*/ 335280 w 335470"/>
                <a:gd name="connsiteY1" fmla="*/ 8192 h 15621"/>
                <a:gd name="connsiteX2" fmla="*/ 167735 w 335470"/>
                <a:gd name="connsiteY2" fmla="*/ 15621 h 15621"/>
                <a:gd name="connsiteX3" fmla="*/ 286 w 335470"/>
                <a:gd name="connsiteY3" fmla="*/ 8287 h 15621"/>
                <a:gd name="connsiteX4" fmla="*/ 190 w 335470"/>
                <a:gd name="connsiteY4" fmla="*/ 8192 h 15621"/>
                <a:gd name="connsiteX5" fmla="*/ 0 w 335470"/>
                <a:gd name="connsiteY5" fmla="*/ 7810 h 15621"/>
                <a:gd name="connsiteX6" fmla="*/ 167735 w 335470"/>
                <a:gd name="connsiteY6" fmla="*/ 0 h 15621"/>
                <a:gd name="connsiteX7" fmla="*/ 335471 w 335470"/>
                <a:gd name="connsiteY7" fmla="*/ 7810 h 15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5470" h="15621">
                  <a:moveTo>
                    <a:pt x="335471" y="7810"/>
                  </a:moveTo>
                  <a:cubicBezTo>
                    <a:pt x="335471" y="7810"/>
                    <a:pt x="335375" y="8096"/>
                    <a:pt x="335280" y="8192"/>
                  </a:cubicBezTo>
                  <a:cubicBezTo>
                    <a:pt x="330803" y="12383"/>
                    <a:pt x="257556" y="15621"/>
                    <a:pt x="167735" y="15621"/>
                  </a:cubicBezTo>
                  <a:cubicBezTo>
                    <a:pt x="77915" y="15621"/>
                    <a:pt x="5429" y="12478"/>
                    <a:pt x="286" y="8287"/>
                  </a:cubicBezTo>
                  <a:cubicBezTo>
                    <a:pt x="286" y="8287"/>
                    <a:pt x="286" y="8192"/>
                    <a:pt x="190" y="8192"/>
                  </a:cubicBezTo>
                  <a:cubicBezTo>
                    <a:pt x="95" y="8096"/>
                    <a:pt x="0" y="7906"/>
                    <a:pt x="0" y="7810"/>
                  </a:cubicBezTo>
                  <a:cubicBezTo>
                    <a:pt x="0" y="3429"/>
                    <a:pt x="75152" y="0"/>
                    <a:pt x="167735" y="0"/>
                  </a:cubicBezTo>
                  <a:cubicBezTo>
                    <a:pt x="260318" y="0"/>
                    <a:pt x="335471" y="3429"/>
                    <a:pt x="335471" y="7810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</p:grpSp>
      <p:grpSp>
        <p:nvGrpSpPr>
          <p:cNvPr id="17" name="Gruppieren 17">
            <a:extLst>
              <a:ext uri="{FF2B5EF4-FFF2-40B4-BE49-F238E27FC236}">
                <a16:creationId xmlns:a16="http://schemas.microsoft.com/office/drawing/2014/main" id="{E3F4BF61-6444-86BB-6E35-F446A7B19968}"/>
              </a:ext>
            </a:extLst>
          </p:cNvPr>
          <p:cNvGrpSpPr>
            <a:grpSpLocks/>
          </p:cNvGrpSpPr>
          <p:nvPr/>
        </p:nvGrpSpPr>
        <p:grpSpPr>
          <a:xfrm>
            <a:off x="705419" y="2246816"/>
            <a:ext cx="3207135" cy="736370"/>
            <a:chOff x="979407" y="2433466"/>
            <a:chExt cx="3207135" cy="736370"/>
          </a:xfrm>
        </p:grpSpPr>
        <p:sp>
          <p:nvSpPr>
            <p:cNvPr id="18" name="Freihandform: Form 18">
              <a:extLst>
                <a:ext uri="{FF2B5EF4-FFF2-40B4-BE49-F238E27FC236}">
                  <a16:creationId xmlns:a16="http://schemas.microsoft.com/office/drawing/2014/main" id="{F9574191-C394-B78A-8AE1-9C69234A3F32}"/>
                </a:ext>
              </a:extLst>
            </p:cNvPr>
            <p:cNvSpPr>
              <a:spLocks/>
            </p:cNvSpPr>
            <p:nvPr/>
          </p:nvSpPr>
          <p:spPr>
            <a:xfrm>
              <a:off x="979407" y="2433466"/>
              <a:ext cx="3207135" cy="149517"/>
            </a:xfrm>
            <a:custGeom>
              <a:avLst/>
              <a:gdLst>
                <a:gd name="connsiteX0" fmla="*/ 408623 w 408622"/>
                <a:gd name="connsiteY0" fmla="*/ 9525 h 19050"/>
                <a:gd name="connsiteX1" fmla="*/ 204311 w 408622"/>
                <a:gd name="connsiteY1" fmla="*/ 19050 h 19050"/>
                <a:gd name="connsiteX2" fmla="*/ 286 w 408622"/>
                <a:gd name="connsiteY2" fmla="*/ 10001 h 19050"/>
                <a:gd name="connsiteX3" fmla="*/ 0 w 408622"/>
                <a:gd name="connsiteY3" fmla="*/ 9525 h 19050"/>
                <a:gd name="connsiteX4" fmla="*/ 204311 w 408622"/>
                <a:gd name="connsiteY4" fmla="*/ 0 h 19050"/>
                <a:gd name="connsiteX5" fmla="*/ 408623 w 408622"/>
                <a:gd name="connsiteY5" fmla="*/ 952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8622" h="19050">
                  <a:moveTo>
                    <a:pt x="408623" y="9525"/>
                  </a:moveTo>
                  <a:cubicBezTo>
                    <a:pt x="408623" y="14764"/>
                    <a:pt x="317183" y="19050"/>
                    <a:pt x="204311" y="19050"/>
                  </a:cubicBezTo>
                  <a:cubicBezTo>
                    <a:pt x="91440" y="19050"/>
                    <a:pt x="5715" y="15049"/>
                    <a:pt x="286" y="10001"/>
                  </a:cubicBezTo>
                  <a:cubicBezTo>
                    <a:pt x="95" y="9811"/>
                    <a:pt x="0" y="9716"/>
                    <a:pt x="0" y="9525"/>
                  </a:cubicBezTo>
                  <a:cubicBezTo>
                    <a:pt x="0" y="4286"/>
                    <a:pt x="91440" y="0"/>
                    <a:pt x="204311" y="0"/>
                  </a:cubicBezTo>
                  <a:cubicBezTo>
                    <a:pt x="317183" y="0"/>
                    <a:pt x="408623" y="4286"/>
                    <a:pt x="408623" y="9525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  <p:sp>
          <p:nvSpPr>
            <p:cNvPr id="19" name="Freihandform: Form 19">
              <a:extLst>
                <a:ext uri="{FF2B5EF4-FFF2-40B4-BE49-F238E27FC236}">
                  <a16:creationId xmlns:a16="http://schemas.microsoft.com/office/drawing/2014/main" id="{151AB6A7-E774-84D6-68B4-F3B6157E23A2}"/>
                </a:ext>
              </a:extLst>
            </p:cNvPr>
            <p:cNvSpPr>
              <a:spLocks/>
            </p:cNvSpPr>
            <p:nvPr/>
          </p:nvSpPr>
          <p:spPr>
            <a:xfrm>
              <a:off x="981652" y="2508225"/>
              <a:ext cx="3204890" cy="661611"/>
            </a:xfrm>
            <a:custGeom>
              <a:avLst/>
              <a:gdLst>
                <a:gd name="connsiteX0" fmla="*/ 408337 w 408336"/>
                <a:gd name="connsiteY0" fmla="*/ 0 h 84296"/>
                <a:gd name="connsiteX1" fmla="*/ 376333 w 408336"/>
                <a:gd name="connsiteY1" fmla="*/ 76200 h 84296"/>
                <a:gd name="connsiteX2" fmla="*/ 204026 w 408336"/>
                <a:gd name="connsiteY2" fmla="*/ 84296 h 84296"/>
                <a:gd name="connsiteX3" fmla="*/ 31718 w 408336"/>
                <a:gd name="connsiteY3" fmla="*/ 76200 h 84296"/>
                <a:gd name="connsiteX4" fmla="*/ 0 w 408336"/>
                <a:gd name="connsiteY4" fmla="*/ 476 h 84296"/>
                <a:gd name="connsiteX5" fmla="*/ 204026 w 408336"/>
                <a:gd name="connsiteY5" fmla="*/ 9525 h 84296"/>
                <a:gd name="connsiteX6" fmla="*/ 408337 w 408336"/>
                <a:gd name="connsiteY6" fmla="*/ 0 h 84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8336" h="84296">
                  <a:moveTo>
                    <a:pt x="408337" y="0"/>
                  </a:moveTo>
                  <a:lnTo>
                    <a:pt x="376333" y="76200"/>
                  </a:lnTo>
                  <a:cubicBezTo>
                    <a:pt x="376333" y="80677"/>
                    <a:pt x="299180" y="84296"/>
                    <a:pt x="204026" y="84296"/>
                  </a:cubicBezTo>
                  <a:cubicBezTo>
                    <a:pt x="108871" y="84296"/>
                    <a:pt x="31718" y="80677"/>
                    <a:pt x="31718" y="76200"/>
                  </a:cubicBezTo>
                  <a:lnTo>
                    <a:pt x="0" y="476"/>
                  </a:lnTo>
                  <a:cubicBezTo>
                    <a:pt x="5429" y="5524"/>
                    <a:pt x="94679" y="9525"/>
                    <a:pt x="204026" y="9525"/>
                  </a:cubicBezTo>
                  <a:cubicBezTo>
                    <a:pt x="313373" y="9525"/>
                    <a:pt x="408337" y="5239"/>
                    <a:pt x="408337" y="0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</p:grpSp>
      <p:sp>
        <p:nvSpPr>
          <p:cNvPr id="20" name="Gleichschenkliges Dreieck 39">
            <a:extLst>
              <a:ext uri="{FF2B5EF4-FFF2-40B4-BE49-F238E27FC236}">
                <a16:creationId xmlns:a16="http://schemas.microsoft.com/office/drawing/2014/main" id="{1DC56D59-FC62-D13A-9EBD-5B4A7F45B014}"/>
              </a:ext>
            </a:extLst>
          </p:cNvPr>
          <p:cNvSpPr>
            <a:spLocks/>
          </p:cNvSpPr>
          <p:nvPr/>
        </p:nvSpPr>
        <p:spPr>
          <a:xfrm rot="10800000">
            <a:off x="2157305" y="5812273"/>
            <a:ext cx="303379" cy="159723"/>
          </a:xfrm>
          <a:custGeom>
            <a:avLst/>
            <a:gdLst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  <a:gd name="connsiteX3" fmla="*/ 0 w 303379"/>
              <a:gd name="connsiteY3" fmla="*/ 159723 h 159723"/>
              <a:gd name="connsiteX0" fmla="*/ 0 w 303379"/>
              <a:gd name="connsiteY0" fmla="*/ 159723 h 251163"/>
              <a:gd name="connsiteX1" fmla="*/ 151690 w 303379"/>
              <a:gd name="connsiteY1" fmla="*/ 0 h 251163"/>
              <a:gd name="connsiteX2" fmla="*/ 303379 w 303379"/>
              <a:gd name="connsiteY2" fmla="*/ 159723 h 251163"/>
              <a:gd name="connsiteX3" fmla="*/ 91440 w 303379"/>
              <a:gd name="connsiteY3" fmla="*/ 251163 h 251163"/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379" h="159723">
                <a:moveTo>
                  <a:pt x="0" y="159723"/>
                </a:moveTo>
                <a:lnTo>
                  <a:pt x="151690" y="0"/>
                </a:lnTo>
                <a:lnTo>
                  <a:pt x="303379" y="159723"/>
                </a:lnTo>
              </a:path>
            </a:pathLst>
          </a:cu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1" name="Gruppieren 21">
            <a:extLst>
              <a:ext uri="{FF2B5EF4-FFF2-40B4-BE49-F238E27FC236}">
                <a16:creationId xmlns:a16="http://schemas.microsoft.com/office/drawing/2014/main" id="{7569CD23-7396-33C1-3DBD-9C49A3B852D0}"/>
              </a:ext>
            </a:extLst>
          </p:cNvPr>
          <p:cNvGrpSpPr>
            <a:grpSpLocks/>
          </p:cNvGrpSpPr>
          <p:nvPr/>
        </p:nvGrpSpPr>
        <p:grpSpPr>
          <a:xfrm>
            <a:off x="419100" y="1550075"/>
            <a:ext cx="3779789" cy="763283"/>
            <a:chOff x="693088" y="1736725"/>
            <a:chExt cx="3779789" cy="763283"/>
          </a:xfrm>
        </p:grpSpPr>
        <p:sp>
          <p:nvSpPr>
            <p:cNvPr id="22" name="Freihandform: Form 22">
              <a:extLst>
                <a:ext uri="{FF2B5EF4-FFF2-40B4-BE49-F238E27FC236}">
                  <a16:creationId xmlns:a16="http://schemas.microsoft.com/office/drawing/2014/main" id="{7C1D95CF-359E-62D4-26E7-2798C572AF54}"/>
                </a:ext>
              </a:extLst>
            </p:cNvPr>
            <p:cNvSpPr>
              <a:spLocks/>
            </p:cNvSpPr>
            <p:nvPr/>
          </p:nvSpPr>
          <p:spPr>
            <a:xfrm>
              <a:off x="695325" y="1829426"/>
              <a:ext cx="3775300" cy="670582"/>
            </a:xfrm>
            <a:custGeom>
              <a:avLst/>
              <a:gdLst>
                <a:gd name="connsiteX0" fmla="*/ 481013 w 481012"/>
                <a:gd name="connsiteY0" fmla="*/ 0 h 85439"/>
                <a:gd name="connsiteX1" fmla="*/ 449390 w 481012"/>
                <a:gd name="connsiteY1" fmla="*/ 75629 h 85439"/>
                <a:gd name="connsiteX2" fmla="*/ 240506 w 481012"/>
                <a:gd name="connsiteY2" fmla="*/ 85439 h 85439"/>
                <a:gd name="connsiteX3" fmla="*/ 31623 w 481012"/>
                <a:gd name="connsiteY3" fmla="*/ 75629 h 85439"/>
                <a:gd name="connsiteX4" fmla="*/ 31718 w 481012"/>
                <a:gd name="connsiteY4" fmla="*/ 75629 h 85439"/>
                <a:gd name="connsiteX5" fmla="*/ 0 w 481012"/>
                <a:gd name="connsiteY5" fmla="*/ 0 h 85439"/>
                <a:gd name="connsiteX6" fmla="*/ 240506 w 481012"/>
                <a:gd name="connsiteY6" fmla="*/ 10668 h 85439"/>
                <a:gd name="connsiteX7" fmla="*/ 481013 w 481012"/>
                <a:gd name="connsiteY7" fmla="*/ 0 h 8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1012" h="85439">
                  <a:moveTo>
                    <a:pt x="481013" y="0"/>
                  </a:moveTo>
                  <a:lnTo>
                    <a:pt x="449390" y="75629"/>
                  </a:lnTo>
                  <a:cubicBezTo>
                    <a:pt x="449390" y="81058"/>
                    <a:pt x="355854" y="85439"/>
                    <a:pt x="240506" y="85439"/>
                  </a:cubicBezTo>
                  <a:cubicBezTo>
                    <a:pt x="125159" y="85439"/>
                    <a:pt x="31623" y="81058"/>
                    <a:pt x="31623" y="75629"/>
                  </a:cubicBezTo>
                  <a:lnTo>
                    <a:pt x="31718" y="75629"/>
                  </a:lnTo>
                  <a:lnTo>
                    <a:pt x="0" y="0"/>
                  </a:lnTo>
                  <a:cubicBezTo>
                    <a:pt x="6477" y="5906"/>
                    <a:pt x="111728" y="10668"/>
                    <a:pt x="240506" y="10668"/>
                  </a:cubicBezTo>
                  <a:cubicBezTo>
                    <a:pt x="369284" y="10668"/>
                    <a:pt x="474536" y="5906"/>
                    <a:pt x="481013" y="0"/>
                  </a:cubicBezTo>
                  <a:close/>
                </a:path>
              </a:pathLst>
            </a:custGeom>
            <a:solidFill>
              <a:schemeClr val="bg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strike="noStrike" kern="1200" cap="none" spc="0" normalizeH="0" baseline="0" noProof="0">
                <a:ln>
                  <a:noFill/>
                </a:ln>
                <a:solidFill>
                  <a:srgbClr val="454545"/>
                </a:solidFill>
                <a:effectLst/>
                <a:uLnTx/>
                <a:uFillTx/>
                <a:ea typeface="+mn-ea"/>
              </a:endParaRPr>
            </a:p>
          </p:txBody>
        </p:sp>
        <p:sp>
          <p:nvSpPr>
            <p:cNvPr id="23" name="Freihandform: Form 23">
              <a:extLst>
                <a:ext uri="{FF2B5EF4-FFF2-40B4-BE49-F238E27FC236}">
                  <a16:creationId xmlns:a16="http://schemas.microsoft.com/office/drawing/2014/main" id="{086C4193-1E1C-C294-2DE4-6AD387370DEA}"/>
                </a:ext>
              </a:extLst>
            </p:cNvPr>
            <p:cNvSpPr>
              <a:spLocks/>
            </p:cNvSpPr>
            <p:nvPr/>
          </p:nvSpPr>
          <p:spPr>
            <a:xfrm>
              <a:off x="693088" y="1736725"/>
              <a:ext cx="3779789" cy="176422"/>
            </a:xfrm>
            <a:custGeom>
              <a:avLst/>
              <a:gdLst>
                <a:gd name="connsiteX0" fmla="*/ 481584 w 481584"/>
                <a:gd name="connsiteY0" fmla="*/ 11239 h 22478"/>
                <a:gd name="connsiteX1" fmla="*/ 481298 w 481584"/>
                <a:gd name="connsiteY1" fmla="*/ 11811 h 22478"/>
                <a:gd name="connsiteX2" fmla="*/ 240792 w 481584"/>
                <a:gd name="connsiteY2" fmla="*/ 22479 h 22478"/>
                <a:gd name="connsiteX3" fmla="*/ 286 w 481584"/>
                <a:gd name="connsiteY3" fmla="*/ 11811 h 22478"/>
                <a:gd name="connsiteX4" fmla="*/ 0 w 481584"/>
                <a:gd name="connsiteY4" fmla="*/ 11239 h 22478"/>
                <a:gd name="connsiteX5" fmla="*/ 240792 w 481584"/>
                <a:gd name="connsiteY5" fmla="*/ 0 h 22478"/>
                <a:gd name="connsiteX6" fmla="*/ 481584 w 481584"/>
                <a:gd name="connsiteY6" fmla="*/ 11239 h 2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584" h="22478">
                  <a:moveTo>
                    <a:pt x="481584" y="11239"/>
                  </a:moveTo>
                  <a:cubicBezTo>
                    <a:pt x="481584" y="11239"/>
                    <a:pt x="481489" y="11621"/>
                    <a:pt x="481298" y="11811"/>
                  </a:cubicBezTo>
                  <a:cubicBezTo>
                    <a:pt x="474821" y="17717"/>
                    <a:pt x="369570" y="22479"/>
                    <a:pt x="240792" y="22479"/>
                  </a:cubicBezTo>
                  <a:cubicBezTo>
                    <a:pt x="112014" y="22479"/>
                    <a:pt x="6763" y="17717"/>
                    <a:pt x="286" y="11811"/>
                  </a:cubicBezTo>
                  <a:cubicBezTo>
                    <a:pt x="95" y="11621"/>
                    <a:pt x="0" y="11430"/>
                    <a:pt x="0" y="11239"/>
                  </a:cubicBezTo>
                  <a:cubicBezTo>
                    <a:pt x="0" y="5048"/>
                    <a:pt x="107823" y="0"/>
                    <a:pt x="240792" y="0"/>
                  </a:cubicBezTo>
                  <a:cubicBezTo>
                    <a:pt x="373761" y="0"/>
                    <a:pt x="481584" y="5048"/>
                    <a:pt x="481584" y="11239"/>
                  </a:cubicBezTo>
                  <a:close/>
                </a:path>
              </a:pathLst>
            </a:custGeom>
            <a:solidFill>
              <a:schemeClr val="bg2">
                <a:alpha val="50196"/>
              </a:schemeClr>
            </a:solidFill>
            <a:ln w="9525" cap="flat">
              <a:noFill/>
              <a:prstDash val="solid"/>
              <a:miter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454545"/>
                </a:solidFill>
              </a:endParaRPr>
            </a:p>
          </p:txBody>
        </p:sp>
      </p:grpSp>
      <p:sp>
        <p:nvSpPr>
          <p:cNvPr id="24" name="Textfeld 74">
            <a:extLst>
              <a:ext uri="{FF2B5EF4-FFF2-40B4-BE49-F238E27FC236}">
                <a16:creationId xmlns:a16="http://schemas.microsoft.com/office/drawing/2014/main" id="{EE371A0C-B9FE-EE05-C3E0-B063B2D911D1}"/>
              </a:ext>
            </a:extLst>
          </p:cNvPr>
          <p:cNvSpPr txBox="1">
            <a:spLocks/>
          </p:cNvSpPr>
          <p:nvPr/>
        </p:nvSpPr>
        <p:spPr>
          <a:xfrm>
            <a:off x="705419" y="1931305"/>
            <a:ext cx="3207134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Tx/>
              <a:buNone/>
              <a:tabLst>
                <a:tab pos="1079500" algn="l"/>
              </a:tabLst>
              <a:defRPr/>
            </a:pPr>
            <a:r>
              <a:rPr kumimoji="0" lang="en-US" sz="14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Helvetica" panose="020B0604020202020204" pitchFamily="34" charset="0"/>
              </a:rPr>
              <a:t>Phase 1</a:t>
            </a:r>
          </a:p>
        </p:txBody>
      </p:sp>
      <p:sp>
        <p:nvSpPr>
          <p:cNvPr id="25" name="Textfeld 110">
            <a:extLst>
              <a:ext uri="{FF2B5EF4-FFF2-40B4-BE49-F238E27FC236}">
                <a16:creationId xmlns:a16="http://schemas.microsoft.com/office/drawing/2014/main" id="{E8EB17C7-89A3-8DDD-AD40-E0F430DC2A2C}"/>
              </a:ext>
            </a:extLst>
          </p:cNvPr>
          <p:cNvSpPr txBox="1">
            <a:spLocks/>
          </p:cNvSpPr>
          <p:nvPr/>
        </p:nvSpPr>
        <p:spPr>
          <a:xfrm>
            <a:off x="993982" y="2575138"/>
            <a:ext cx="2630008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Tx/>
              <a:buNone/>
              <a:tabLst>
                <a:tab pos="1079500" algn="l"/>
              </a:tabLst>
              <a:defRPr/>
            </a:pPr>
            <a:r>
              <a:rPr kumimoji="0" lang="en-US" sz="14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Helvetica" panose="020B0604020202020204" pitchFamily="34" charset="0"/>
              </a:rPr>
              <a:t>Phase 2</a:t>
            </a:r>
          </a:p>
        </p:txBody>
      </p:sp>
      <p:sp>
        <p:nvSpPr>
          <p:cNvPr id="26" name="Textfeld 111">
            <a:extLst>
              <a:ext uri="{FF2B5EF4-FFF2-40B4-BE49-F238E27FC236}">
                <a16:creationId xmlns:a16="http://schemas.microsoft.com/office/drawing/2014/main" id="{449E4072-2001-4536-75A9-1679C70831E6}"/>
              </a:ext>
            </a:extLst>
          </p:cNvPr>
          <p:cNvSpPr txBox="1">
            <a:spLocks/>
          </p:cNvSpPr>
          <p:nvPr/>
        </p:nvSpPr>
        <p:spPr>
          <a:xfrm>
            <a:off x="1279564" y="3245952"/>
            <a:ext cx="2058844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Tx/>
              <a:buNone/>
              <a:tabLst>
                <a:tab pos="1079500" algn="l"/>
              </a:tabLst>
              <a:defRPr/>
            </a:pPr>
            <a:r>
              <a:rPr kumimoji="0" lang="en-US" sz="1400" b="0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Helvetica" panose="020B0604020202020204" pitchFamily="34" charset="0"/>
              </a:rPr>
              <a:t>Phase 3</a:t>
            </a:r>
          </a:p>
        </p:txBody>
      </p:sp>
      <p:sp>
        <p:nvSpPr>
          <p:cNvPr id="27" name="Textfeld 112">
            <a:extLst>
              <a:ext uri="{FF2B5EF4-FFF2-40B4-BE49-F238E27FC236}">
                <a16:creationId xmlns:a16="http://schemas.microsoft.com/office/drawing/2014/main" id="{6E75560D-864F-6AC0-3343-E2C849EDABF3}"/>
              </a:ext>
            </a:extLst>
          </p:cNvPr>
          <p:cNvSpPr txBox="1">
            <a:spLocks/>
          </p:cNvSpPr>
          <p:nvPr/>
        </p:nvSpPr>
        <p:spPr>
          <a:xfrm>
            <a:off x="1567382" y="3913403"/>
            <a:ext cx="1483208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Tx/>
              <a:buNone/>
              <a:tabLst>
                <a:tab pos="1079500" algn="l"/>
              </a:tabLst>
              <a:defRPr/>
            </a:pPr>
            <a:r>
              <a:rPr kumimoji="0" lang="en-US" sz="1400" b="0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Helvetica" panose="020B0604020202020204" pitchFamily="34" charset="0"/>
              </a:rPr>
              <a:t>Phase 4</a:t>
            </a:r>
          </a:p>
        </p:txBody>
      </p:sp>
      <p:sp>
        <p:nvSpPr>
          <p:cNvPr id="28" name="Textfeld 113">
            <a:extLst>
              <a:ext uri="{FF2B5EF4-FFF2-40B4-BE49-F238E27FC236}">
                <a16:creationId xmlns:a16="http://schemas.microsoft.com/office/drawing/2014/main" id="{4566242C-1E14-E410-97ED-1DDEF0CFA155}"/>
              </a:ext>
            </a:extLst>
          </p:cNvPr>
          <p:cNvSpPr txBox="1">
            <a:spLocks/>
          </p:cNvSpPr>
          <p:nvPr/>
        </p:nvSpPr>
        <p:spPr>
          <a:xfrm>
            <a:off x="1844738" y="4575475"/>
            <a:ext cx="928496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54545"/>
              </a:buClr>
              <a:buSzTx/>
              <a:buFontTx/>
              <a:buNone/>
              <a:tabLst>
                <a:tab pos="1079500" algn="l"/>
              </a:tabLst>
              <a:defRPr/>
            </a:pPr>
            <a:r>
              <a:rPr kumimoji="0" lang="en-US" sz="1400" b="0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Helvetica" panose="020B0604020202020204" pitchFamily="34" charset="0"/>
              </a:rPr>
              <a:t>Phase 5</a:t>
            </a:r>
          </a:p>
        </p:txBody>
      </p:sp>
      <p:sp>
        <p:nvSpPr>
          <p:cNvPr id="29" name="Textfeld 114">
            <a:extLst>
              <a:ext uri="{FF2B5EF4-FFF2-40B4-BE49-F238E27FC236}">
                <a16:creationId xmlns:a16="http://schemas.microsoft.com/office/drawing/2014/main" id="{44BCA168-0342-72E3-1F05-EA36988B40F1}"/>
              </a:ext>
            </a:extLst>
          </p:cNvPr>
          <p:cNvSpPr txBox="1">
            <a:spLocks/>
          </p:cNvSpPr>
          <p:nvPr/>
        </p:nvSpPr>
        <p:spPr>
          <a:xfrm>
            <a:off x="1844738" y="5257649"/>
            <a:ext cx="928496" cy="215444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300"/>
              </a:spcAft>
              <a:buClr>
                <a:srgbClr val="454545"/>
              </a:buClr>
              <a:tabLst>
                <a:tab pos="1079500" algn="l"/>
              </a:tabLst>
            </a:pPr>
            <a:r>
              <a:rPr lang="en-US" sz="1400">
                <a:solidFill>
                  <a:schemeClr val="bg1"/>
                </a:solidFill>
                <a:cs typeface="Helvetica" panose="020B0604020202020204" pitchFamily="34" charset="0"/>
              </a:rPr>
              <a:t>Phase 6</a:t>
            </a:r>
          </a:p>
        </p:txBody>
      </p:sp>
      <p:cxnSp>
        <p:nvCxnSpPr>
          <p:cNvPr id="30" name="Gerader Verbinder 30">
            <a:extLst>
              <a:ext uri="{FF2B5EF4-FFF2-40B4-BE49-F238E27FC236}">
                <a16:creationId xmlns:a16="http://schemas.microsoft.com/office/drawing/2014/main" id="{84C5B730-403D-3382-60D9-690B54188960}"/>
              </a:ext>
            </a:extLst>
          </p:cNvPr>
          <p:cNvCxnSpPr>
            <a:cxnSpLocks/>
          </p:cNvCxnSpPr>
          <p:nvPr/>
        </p:nvCxnSpPr>
        <p:spPr>
          <a:xfrm>
            <a:off x="4093528" y="2273997"/>
            <a:ext cx="7717472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1">
            <a:extLst>
              <a:ext uri="{FF2B5EF4-FFF2-40B4-BE49-F238E27FC236}">
                <a16:creationId xmlns:a16="http://schemas.microsoft.com/office/drawing/2014/main" id="{7688D8CD-06CE-0498-A79F-3A0F53CFE8CD}"/>
              </a:ext>
            </a:extLst>
          </p:cNvPr>
          <p:cNvCxnSpPr>
            <a:cxnSpLocks/>
          </p:cNvCxnSpPr>
          <p:nvPr/>
        </p:nvCxnSpPr>
        <p:spPr>
          <a:xfrm>
            <a:off x="3797042" y="2958560"/>
            <a:ext cx="8013958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2">
            <a:extLst>
              <a:ext uri="{FF2B5EF4-FFF2-40B4-BE49-F238E27FC236}">
                <a16:creationId xmlns:a16="http://schemas.microsoft.com/office/drawing/2014/main" id="{253A8795-0CD4-555A-79F4-E62D7CA935A8}"/>
              </a:ext>
            </a:extLst>
          </p:cNvPr>
          <p:cNvCxnSpPr>
            <a:cxnSpLocks/>
          </p:cNvCxnSpPr>
          <p:nvPr/>
        </p:nvCxnSpPr>
        <p:spPr>
          <a:xfrm>
            <a:off x="3519383" y="3643122"/>
            <a:ext cx="8291617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3">
            <a:extLst>
              <a:ext uri="{FF2B5EF4-FFF2-40B4-BE49-F238E27FC236}">
                <a16:creationId xmlns:a16="http://schemas.microsoft.com/office/drawing/2014/main" id="{CD8BC072-3F03-70ED-728F-FD80411BBF5D}"/>
              </a:ext>
            </a:extLst>
          </p:cNvPr>
          <p:cNvCxnSpPr>
            <a:cxnSpLocks/>
          </p:cNvCxnSpPr>
          <p:nvPr/>
        </p:nvCxnSpPr>
        <p:spPr>
          <a:xfrm>
            <a:off x="3231565" y="4327685"/>
            <a:ext cx="8579435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4">
            <a:extLst>
              <a:ext uri="{FF2B5EF4-FFF2-40B4-BE49-F238E27FC236}">
                <a16:creationId xmlns:a16="http://schemas.microsoft.com/office/drawing/2014/main" id="{06CF9193-99BC-F2BE-C623-837435D1F2E0}"/>
              </a:ext>
            </a:extLst>
          </p:cNvPr>
          <p:cNvCxnSpPr>
            <a:cxnSpLocks/>
          </p:cNvCxnSpPr>
          <p:nvPr/>
        </p:nvCxnSpPr>
        <p:spPr>
          <a:xfrm>
            <a:off x="2954209" y="5012247"/>
            <a:ext cx="8856791" cy="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30">
            <a:extLst>
              <a:ext uri="{FF2B5EF4-FFF2-40B4-BE49-F238E27FC236}">
                <a16:creationId xmlns:a16="http://schemas.microsoft.com/office/drawing/2014/main" id="{4506B300-8079-305A-917E-79461D4771CB}"/>
              </a:ext>
            </a:extLst>
          </p:cNvPr>
          <p:cNvSpPr txBox="1">
            <a:spLocks/>
          </p:cNvSpPr>
          <p:nvPr/>
        </p:nvSpPr>
        <p:spPr>
          <a:xfrm>
            <a:off x="4625547" y="1649143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36" name="Textplatzhalter 30">
            <a:extLst>
              <a:ext uri="{FF2B5EF4-FFF2-40B4-BE49-F238E27FC236}">
                <a16:creationId xmlns:a16="http://schemas.microsoft.com/office/drawing/2014/main" id="{C16BE54D-BD6C-26AA-9221-FE098CD2AABB}"/>
              </a:ext>
            </a:extLst>
          </p:cNvPr>
          <p:cNvSpPr txBox="1">
            <a:spLocks/>
          </p:cNvSpPr>
          <p:nvPr/>
        </p:nvSpPr>
        <p:spPr>
          <a:xfrm>
            <a:off x="4625547" y="2333705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 sit </a:t>
            </a:r>
            <a:r>
              <a:rPr kumimoji="0" lang="en-US" i="0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</a:rPr>
              <a:t>amet</a:t>
            </a:r>
            <a:endParaRPr kumimoji="0" lang="en-US" i="0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37" name="Textplatzhalter 30">
            <a:extLst>
              <a:ext uri="{FF2B5EF4-FFF2-40B4-BE49-F238E27FC236}">
                <a16:creationId xmlns:a16="http://schemas.microsoft.com/office/drawing/2014/main" id="{C375737D-760D-FE38-F778-24D6621E144A}"/>
              </a:ext>
            </a:extLst>
          </p:cNvPr>
          <p:cNvSpPr txBox="1">
            <a:spLocks/>
          </p:cNvSpPr>
          <p:nvPr/>
        </p:nvSpPr>
        <p:spPr>
          <a:xfrm>
            <a:off x="4625547" y="3018268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38" name="Textplatzhalter 30">
            <a:extLst>
              <a:ext uri="{FF2B5EF4-FFF2-40B4-BE49-F238E27FC236}">
                <a16:creationId xmlns:a16="http://schemas.microsoft.com/office/drawing/2014/main" id="{2E0D27CF-C9CD-09BF-BF98-4A0FD912D60D}"/>
              </a:ext>
            </a:extLst>
          </p:cNvPr>
          <p:cNvSpPr txBox="1">
            <a:spLocks/>
          </p:cNvSpPr>
          <p:nvPr/>
        </p:nvSpPr>
        <p:spPr>
          <a:xfrm>
            <a:off x="4625547" y="3702831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39" name="Textplatzhalter 30">
            <a:extLst>
              <a:ext uri="{FF2B5EF4-FFF2-40B4-BE49-F238E27FC236}">
                <a16:creationId xmlns:a16="http://schemas.microsoft.com/office/drawing/2014/main" id="{A67ACCD3-5C7F-B9BD-ADFB-26273211FCD0}"/>
              </a:ext>
            </a:extLst>
          </p:cNvPr>
          <p:cNvSpPr txBox="1">
            <a:spLocks/>
          </p:cNvSpPr>
          <p:nvPr/>
        </p:nvSpPr>
        <p:spPr>
          <a:xfrm>
            <a:off x="4625547" y="4387393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 sit </a:t>
            </a:r>
            <a:r>
              <a:rPr kumimoji="0" lang="en-US" i="0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ea typeface="+mn-ea"/>
              </a:rPr>
              <a:t>amet</a:t>
            </a:r>
            <a:endParaRPr kumimoji="0" lang="en-US" i="0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</a:endParaRPr>
          </a:p>
        </p:txBody>
      </p:sp>
      <p:sp>
        <p:nvSpPr>
          <p:cNvPr id="40" name="Textplatzhalter 30">
            <a:extLst>
              <a:ext uri="{FF2B5EF4-FFF2-40B4-BE49-F238E27FC236}">
                <a16:creationId xmlns:a16="http://schemas.microsoft.com/office/drawing/2014/main" id="{AAC1FCCC-1227-E59B-D240-3D44A7B8A2DF}"/>
              </a:ext>
            </a:extLst>
          </p:cNvPr>
          <p:cNvSpPr txBox="1">
            <a:spLocks/>
          </p:cNvSpPr>
          <p:nvPr/>
        </p:nvSpPr>
        <p:spPr>
          <a:xfrm>
            <a:off x="4625547" y="5071955"/>
            <a:ext cx="2867453" cy="56514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</a:rPr>
              <a:t>Lorem ipsum dolor sit</a:t>
            </a:r>
          </a:p>
        </p:txBody>
      </p:sp>
      <p:sp>
        <p:nvSpPr>
          <p:cNvPr id="41" name="Inhaltsplatzhalter 2">
            <a:extLst>
              <a:ext uri="{FF2B5EF4-FFF2-40B4-BE49-F238E27FC236}">
                <a16:creationId xmlns:a16="http://schemas.microsoft.com/office/drawing/2014/main" id="{DB7761D1-7350-AF3E-67DB-DCD3AE38D4D0}"/>
              </a:ext>
            </a:extLst>
          </p:cNvPr>
          <p:cNvSpPr txBox="1">
            <a:spLocks/>
          </p:cNvSpPr>
          <p:nvPr/>
        </p:nvSpPr>
        <p:spPr>
          <a:xfrm>
            <a:off x="7910220" y="1716273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Duis </a:t>
            </a:r>
            <a:r>
              <a:rPr lang="en-US" sz="1400" dirty="0" err="1"/>
              <a:t>aute</a:t>
            </a:r>
            <a:r>
              <a:rPr lang="en-US" sz="1400" dirty="0"/>
              <a:t> </a:t>
            </a:r>
            <a:r>
              <a:rPr lang="en-US" sz="1400" dirty="0" err="1"/>
              <a:t>irure</a:t>
            </a:r>
            <a:r>
              <a:rPr lang="en-US" sz="1400" dirty="0"/>
              <a:t> dolor </a:t>
            </a:r>
          </a:p>
        </p:txBody>
      </p:sp>
      <p:sp>
        <p:nvSpPr>
          <p:cNvPr id="42" name="Inhaltsplatzhalter 2">
            <a:extLst>
              <a:ext uri="{FF2B5EF4-FFF2-40B4-BE49-F238E27FC236}">
                <a16:creationId xmlns:a16="http://schemas.microsoft.com/office/drawing/2014/main" id="{A5F27409-0BF1-6E94-EDAF-050A5BF21E45}"/>
              </a:ext>
            </a:extLst>
          </p:cNvPr>
          <p:cNvSpPr txBox="1">
            <a:spLocks/>
          </p:cNvSpPr>
          <p:nvPr/>
        </p:nvSpPr>
        <p:spPr>
          <a:xfrm>
            <a:off x="7910220" y="2400835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Duis </a:t>
            </a:r>
            <a:r>
              <a:rPr lang="en-US" sz="1400" dirty="0" err="1"/>
              <a:t>aute</a:t>
            </a:r>
            <a:r>
              <a:rPr lang="en-US" sz="1400" dirty="0"/>
              <a:t> </a:t>
            </a:r>
            <a:r>
              <a:rPr lang="en-US" sz="1400" dirty="0" err="1"/>
              <a:t>irure</a:t>
            </a:r>
            <a:r>
              <a:rPr lang="en-US" sz="1400" dirty="0"/>
              <a:t> dolor </a:t>
            </a:r>
          </a:p>
        </p:txBody>
      </p:sp>
      <p:sp>
        <p:nvSpPr>
          <p:cNvPr id="43" name="Inhaltsplatzhalter 2">
            <a:extLst>
              <a:ext uri="{FF2B5EF4-FFF2-40B4-BE49-F238E27FC236}">
                <a16:creationId xmlns:a16="http://schemas.microsoft.com/office/drawing/2014/main" id="{338588AA-D861-0C65-0345-66032198CF0B}"/>
              </a:ext>
            </a:extLst>
          </p:cNvPr>
          <p:cNvSpPr txBox="1">
            <a:spLocks/>
          </p:cNvSpPr>
          <p:nvPr/>
        </p:nvSpPr>
        <p:spPr>
          <a:xfrm>
            <a:off x="7910220" y="3085398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 dirty="0"/>
              <a:t>Lorem ipsum dolor sit </a:t>
            </a:r>
            <a:r>
              <a:rPr lang="en-US" sz="1400" dirty="0" err="1"/>
              <a:t>amet</a:t>
            </a:r>
            <a:r>
              <a:rPr lang="en-US" sz="1400" dirty="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 dirty="0"/>
              <a:t>Duis </a:t>
            </a:r>
            <a:r>
              <a:rPr lang="en-US" sz="1400" dirty="0" err="1"/>
              <a:t>aute</a:t>
            </a:r>
            <a:r>
              <a:rPr lang="en-US" sz="1400" dirty="0"/>
              <a:t> </a:t>
            </a:r>
            <a:r>
              <a:rPr lang="en-US" sz="1400" dirty="0" err="1"/>
              <a:t>irure</a:t>
            </a:r>
            <a:r>
              <a:rPr lang="en-US" sz="1400" dirty="0"/>
              <a:t> dolor </a:t>
            </a:r>
          </a:p>
        </p:txBody>
      </p:sp>
      <p:sp>
        <p:nvSpPr>
          <p:cNvPr id="45" name="Inhaltsplatzhalter 2">
            <a:extLst>
              <a:ext uri="{FF2B5EF4-FFF2-40B4-BE49-F238E27FC236}">
                <a16:creationId xmlns:a16="http://schemas.microsoft.com/office/drawing/2014/main" id="{C8FA7D91-ABE4-545E-7988-CBFA68E6D39F}"/>
              </a:ext>
            </a:extLst>
          </p:cNvPr>
          <p:cNvSpPr txBox="1">
            <a:spLocks/>
          </p:cNvSpPr>
          <p:nvPr/>
        </p:nvSpPr>
        <p:spPr>
          <a:xfrm>
            <a:off x="7910220" y="3769960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/>
              <a:t>Lorem ipsum dolor sit </a:t>
            </a:r>
            <a:r>
              <a:rPr lang="en-US" sz="1400" err="1"/>
              <a:t>amet</a:t>
            </a:r>
            <a:r>
              <a:rPr lang="en-US" sz="140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Duis </a:t>
            </a:r>
            <a:r>
              <a:rPr lang="en-US" sz="1400" err="1"/>
              <a:t>aute</a:t>
            </a:r>
            <a:r>
              <a:rPr lang="en-US" sz="1400"/>
              <a:t> </a:t>
            </a:r>
            <a:r>
              <a:rPr lang="en-US" sz="1400" err="1"/>
              <a:t>irure</a:t>
            </a:r>
            <a:r>
              <a:rPr lang="en-US" sz="1400"/>
              <a:t> dolor </a:t>
            </a:r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84DE3FC9-E1C6-36CB-4976-DAAFAD729D52}"/>
              </a:ext>
            </a:extLst>
          </p:cNvPr>
          <p:cNvSpPr txBox="1">
            <a:spLocks/>
          </p:cNvSpPr>
          <p:nvPr/>
        </p:nvSpPr>
        <p:spPr>
          <a:xfrm>
            <a:off x="7910220" y="4454523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/>
              <a:t>Lorem ipsum dolor sit </a:t>
            </a:r>
            <a:r>
              <a:rPr lang="en-US" sz="1400" err="1"/>
              <a:t>amet</a:t>
            </a:r>
            <a:r>
              <a:rPr lang="en-US" sz="140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Duis </a:t>
            </a:r>
            <a:r>
              <a:rPr lang="en-US" sz="1400" err="1"/>
              <a:t>aute</a:t>
            </a:r>
            <a:r>
              <a:rPr lang="en-US" sz="1400"/>
              <a:t> </a:t>
            </a:r>
            <a:r>
              <a:rPr lang="en-US" sz="1400" err="1"/>
              <a:t>irure</a:t>
            </a:r>
            <a:r>
              <a:rPr lang="en-US" sz="1400"/>
              <a:t> dolor 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CE60B6C6-B135-051A-322A-B0758A4357E2}"/>
              </a:ext>
            </a:extLst>
          </p:cNvPr>
          <p:cNvSpPr txBox="1">
            <a:spLocks/>
          </p:cNvSpPr>
          <p:nvPr/>
        </p:nvSpPr>
        <p:spPr>
          <a:xfrm>
            <a:off x="7910220" y="5139085"/>
            <a:ext cx="390078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0400" indent="-140400">
              <a:spcBef>
                <a:spcPts val="0"/>
              </a:spcBef>
            </a:pPr>
            <a:r>
              <a:rPr lang="en-US" sz="1400"/>
              <a:t>Lorem ipsum dolor sit </a:t>
            </a:r>
            <a:r>
              <a:rPr lang="en-US" sz="1400" err="1"/>
              <a:t>amet</a:t>
            </a:r>
            <a:r>
              <a:rPr lang="en-US" sz="1400"/>
              <a:t> </a:t>
            </a:r>
          </a:p>
          <a:p>
            <a:pPr marL="140400" indent="-140400">
              <a:spcBef>
                <a:spcPts val="0"/>
              </a:spcBef>
            </a:pPr>
            <a:r>
              <a:rPr lang="en-US" sz="1400"/>
              <a:t>Duis </a:t>
            </a:r>
            <a:r>
              <a:rPr lang="en-US" sz="1400" err="1"/>
              <a:t>aute</a:t>
            </a:r>
            <a:r>
              <a:rPr lang="en-US" sz="1400"/>
              <a:t> </a:t>
            </a:r>
            <a:r>
              <a:rPr lang="en-US" sz="1400" err="1"/>
              <a:t>irure</a:t>
            </a:r>
            <a:r>
              <a:rPr lang="en-US" sz="1400"/>
              <a:t> dolor 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CA252B1-B8A7-913F-826E-0FB241F9ED97}"/>
              </a:ext>
            </a:extLst>
          </p:cNvPr>
          <p:cNvSpPr/>
          <p:nvPr/>
        </p:nvSpPr>
        <p:spPr>
          <a:xfrm>
            <a:off x="407988" y="6275487"/>
            <a:ext cx="1378583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funnels, phases</a:t>
            </a:r>
          </a:p>
        </p:txBody>
      </p:sp>
    </p:spTree>
    <p:extLst>
      <p:ext uri="{BB962C8B-B14F-4D97-AF65-F5344CB8AC3E}">
        <p14:creationId xmlns:p14="http://schemas.microsoft.com/office/powerpoint/2010/main" val="420519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Funnel, horizontal II</a:t>
            </a:r>
          </a:p>
        </p:txBody>
      </p:sp>
      <p:cxnSp>
        <p:nvCxnSpPr>
          <p:cNvPr id="2" name="Gerader Verbinder 31">
            <a:extLst>
              <a:ext uri="{FF2B5EF4-FFF2-40B4-BE49-F238E27FC236}">
                <a16:creationId xmlns:a16="http://schemas.microsoft.com/office/drawing/2014/main" id="{D0EFA1A1-CC07-618C-EA88-83209966FF79}"/>
              </a:ext>
            </a:extLst>
          </p:cNvPr>
          <p:cNvCxnSpPr>
            <a:cxnSpLocks/>
          </p:cNvCxnSpPr>
          <p:nvPr/>
        </p:nvCxnSpPr>
        <p:spPr>
          <a:xfrm>
            <a:off x="1959246" y="4893185"/>
            <a:ext cx="0" cy="1165225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r Verbinder 32">
            <a:extLst>
              <a:ext uri="{FF2B5EF4-FFF2-40B4-BE49-F238E27FC236}">
                <a16:creationId xmlns:a16="http://schemas.microsoft.com/office/drawing/2014/main" id="{CDC184BD-E145-0C74-C6C0-2C4F6ADAA379}"/>
              </a:ext>
            </a:extLst>
          </p:cNvPr>
          <p:cNvCxnSpPr>
            <a:cxnSpLocks/>
          </p:cNvCxnSpPr>
          <p:nvPr/>
        </p:nvCxnSpPr>
        <p:spPr>
          <a:xfrm>
            <a:off x="3192039" y="4686810"/>
            <a:ext cx="0" cy="1377156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1BC2C7F-4178-F923-EFD4-6E444A6C8990}"/>
              </a:ext>
            </a:extLst>
          </p:cNvPr>
          <p:cNvGrpSpPr/>
          <p:nvPr/>
        </p:nvGrpSpPr>
        <p:grpSpPr>
          <a:xfrm>
            <a:off x="4378843" y="1964157"/>
            <a:ext cx="7441682" cy="4102191"/>
            <a:chOff x="4378843" y="1964157"/>
            <a:chExt cx="7441682" cy="4102191"/>
          </a:xfrm>
        </p:grpSpPr>
        <p:cxnSp>
          <p:nvCxnSpPr>
            <p:cNvPr id="4" name="Gerader Verbinder 33">
              <a:extLst>
                <a:ext uri="{FF2B5EF4-FFF2-40B4-BE49-F238E27FC236}">
                  <a16:creationId xmlns:a16="http://schemas.microsoft.com/office/drawing/2014/main" id="{4C4D19A1-4A3D-EBE9-F0FE-1E9F23FAACDB}"/>
                </a:ext>
              </a:extLst>
            </p:cNvPr>
            <p:cNvCxnSpPr>
              <a:cxnSpLocks/>
            </p:cNvCxnSpPr>
            <p:nvPr/>
          </p:nvCxnSpPr>
          <p:spPr>
            <a:xfrm>
              <a:off x="4424833" y="4483540"/>
              <a:ext cx="0" cy="1582808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34">
              <a:extLst>
                <a:ext uri="{FF2B5EF4-FFF2-40B4-BE49-F238E27FC236}">
                  <a16:creationId xmlns:a16="http://schemas.microsoft.com/office/drawing/2014/main" id="{117858D7-D251-BF4A-578C-BB1671EB8DBF}"/>
                </a:ext>
              </a:extLst>
            </p:cNvPr>
            <p:cNvCxnSpPr>
              <a:cxnSpLocks/>
            </p:cNvCxnSpPr>
            <p:nvPr/>
          </p:nvCxnSpPr>
          <p:spPr>
            <a:xfrm>
              <a:off x="5657628" y="4295589"/>
              <a:ext cx="0" cy="1768377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35">
              <a:extLst>
                <a:ext uri="{FF2B5EF4-FFF2-40B4-BE49-F238E27FC236}">
                  <a16:creationId xmlns:a16="http://schemas.microsoft.com/office/drawing/2014/main" id="{FFF153DA-1076-6ED8-99AD-DAA5B72C3779}"/>
                </a:ext>
              </a:extLst>
            </p:cNvPr>
            <p:cNvCxnSpPr>
              <a:cxnSpLocks/>
            </p:cNvCxnSpPr>
            <p:nvPr/>
          </p:nvCxnSpPr>
          <p:spPr>
            <a:xfrm>
              <a:off x="6890421" y="4118974"/>
              <a:ext cx="0" cy="1940230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36">
              <a:extLst>
                <a:ext uri="{FF2B5EF4-FFF2-40B4-BE49-F238E27FC236}">
                  <a16:creationId xmlns:a16="http://schemas.microsoft.com/office/drawing/2014/main" id="{CC5DED62-E7DD-7A0D-F980-53C101D43C44}"/>
                </a:ext>
              </a:extLst>
            </p:cNvPr>
            <p:cNvCxnSpPr>
              <a:cxnSpLocks/>
            </p:cNvCxnSpPr>
            <p:nvPr/>
          </p:nvCxnSpPr>
          <p:spPr>
            <a:xfrm>
              <a:off x="8123215" y="3941903"/>
              <a:ext cx="0" cy="2117301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37">
              <a:extLst>
                <a:ext uri="{FF2B5EF4-FFF2-40B4-BE49-F238E27FC236}">
                  <a16:creationId xmlns:a16="http://schemas.microsoft.com/office/drawing/2014/main" id="{5074D20D-D6D6-753D-A4E2-4AEB3FA51922}"/>
                </a:ext>
              </a:extLst>
            </p:cNvPr>
            <p:cNvCxnSpPr>
              <a:cxnSpLocks/>
            </p:cNvCxnSpPr>
            <p:nvPr/>
          </p:nvCxnSpPr>
          <p:spPr>
            <a:xfrm>
              <a:off x="9356008" y="3765291"/>
              <a:ext cx="0" cy="2293913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38">
              <a:extLst>
                <a:ext uri="{FF2B5EF4-FFF2-40B4-BE49-F238E27FC236}">
                  <a16:creationId xmlns:a16="http://schemas.microsoft.com/office/drawing/2014/main" id="{705A1D86-4AD4-A9B0-60F9-556A9A97A9F6}"/>
                </a:ext>
              </a:extLst>
            </p:cNvPr>
            <p:cNvCxnSpPr>
              <a:cxnSpLocks/>
            </p:cNvCxnSpPr>
            <p:nvPr/>
          </p:nvCxnSpPr>
          <p:spPr>
            <a:xfrm>
              <a:off x="10588803" y="3561273"/>
              <a:ext cx="0" cy="2502693"/>
            </a:xfrm>
            <a:prstGeom prst="line">
              <a:avLst/>
            </a:prstGeom>
            <a:ln w="95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E22A1848-D444-86E2-ED2F-EF84972F009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524150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sp>
          <p:nvSpPr>
            <p:cNvPr id="16" name="Textplatzhalter 9">
              <a:extLst>
                <a:ext uri="{FF2B5EF4-FFF2-40B4-BE49-F238E27FC236}">
                  <a16:creationId xmlns:a16="http://schemas.microsoft.com/office/drawing/2014/main" id="{71405FB7-BCD4-E73B-5511-353ECAA1BAB5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5754810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sp>
          <p:nvSpPr>
            <p:cNvPr id="17" name="Textplatzhalter 9">
              <a:extLst>
                <a:ext uri="{FF2B5EF4-FFF2-40B4-BE49-F238E27FC236}">
                  <a16:creationId xmlns:a16="http://schemas.microsoft.com/office/drawing/2014/main" id="{1E8D98FF-DDD8-3A77-CDBA-B8D8587E87C6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6985471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sp>
          <p:nvSpPr>
            <p:cNvPr id="18" name="Textplatzhalter 9">
              <a:extLst>
                <a:ext uri="{FF2B5EF4-FFF2-40B4-BE49-F238E27FC236}">
                  <a16:creationId xmlns:a16="http://schemas.microsoft.com/office/drawing/2014/main" id="{5E0ED2D3-8255-110F-EDFD-E190953A53F2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16131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sp>
          <p:nvSpPr>
            <p:cNvPr id="19" name="Textplatzhalter 9">
              <a:extLst>
                <a:ext uri="{FF2B5EF4-FFF2-40B4-BE49-F238E27FC236}">
                  <a16:creationId xmlns:a16="http://schemas.microsoft.com/office/drawing/2014/main" id="{7E5C62B4-AA93-97AA-DBDF-360CAED274F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9446791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sp>
          <p:nvSpPr>
            <p:cNvPr id="20" name="Textplatzhalter 9">
              <a:extLst>
                <a:ext uri="{FF2B5EF4-FFF2-40B4-BE49-F238E27FC236}">
                  <a16:creationId xmlns:a16="http://schemas.microsoft.com/office/drawing/2014/main" id="{78F57AA1-817A-7B53-DC64-D0C905FE0E3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0677450" y="5202192"/>
              <a:ext cx="1052051" cy="861774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b="1" dirty="0">
                  <a:solidFill>
                    <a:schemeClr val="accent1"/>
                  </a:solidFill>
                </a:rPr>
                <a:t>Title</a:t>
              </a:r>
            </a:p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sz="1400" dirty="0"/>
                <a:t>Insert your desired text here</a:t>
              </a:r>
            </a:p>
          </p:txBody>
        </p:sp>
        <p:grpSp>
          <p:nvGrpSpPr>
            <p:cNvPr id="21" name="Gruppieren 70">
              <a:extLst>
                <a:ext uri="{FF2B5EF4-FFF2-40B4-BE49-F238E27FC236}">
                  <a16:creationId xmlns:a16="http://schemas.microsoft.com/office/drawing/2014/main" id="{72F12D33-850C-E9F2-0E7F-A972F1BCA1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586424" y="2841259"/>
              <a:ext cx="1234101" cy="576582"/>
              <a:chOff x="9189621" y="2672474"/>
              <a:chExt cx="1015356" cy="576582"/>
            </a:xfrm>
          </p:grpSpPr>
          <p:sp>
            <p:nvSpPr>
              <p:cNvPr id="22" name="Freihandform: Form 7">
                <a:extLst>
                  <a:ext uri="{FF2B5EF4-FFF2-40B4-BE49-F238E27FC236}">
                    <a16:creationId xmlns:a16="http://schemas.microsoft.com/office/drawing/2014/main" id="{8F55964F-A2AE-3AD7-1039-EDF93BF79FA5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950664" y="2914839"/>
                <a:ext cx="573174" cy="95260"/>
              </a:xfrm>
              <a:custGeom>
                <a:avLst/>
                <a:gdLst>
                  <a:gd name="connsiteX0" fmla="*/ 189166 w 189166"/>
                  <a:gd name="connsiteY0" fmla="*/ 4381 h 8762"/>
                  <a:gd name="connsiteX1" fmla="*/ 189071 w 189166"/>
                  <a:gd name="connsiteY1" fmla="*/ 4572 h 8762"/>
                  <a:gd name="connsiteX2" fmla="*/ 94583 w 189166"/>
                  <a:gd name="connsiteY2" fmla="*/ 8763 h 8762"/>
                  <a:gd name="connsiteX3" fmla="*/ 95 w 189166"/>
                  <a:gd name="connsiteY3" fmla="*/ 4572 h 8762"/>
                  <a:gd name="connsiteX4" fmla="*/ 0 w 189166"/>
                  <a:gd name="connsiteY4" fmla="*/ 4381 h 8762"/>
                  <a:gd name="connsiteX5" fmla="*/ 94583 w 189166"/>
                  <a:gd name="connsiteY5" fmla="*/ 0 h 8762"/>
                  <a:gd name="connsiteX6" fmla="*/ 189166 w 189166"/>
                  <a:gd name="connsiteY6" fmla="*/ 4381 h 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166" h="8762">
                    <a:moveTo>
                      <a:pt x="189166" y="4381"/>
                    </a:moveTo>
                    <a:cubicBezTo>
                      <a:pt x="189166" y="4381"/>
                      <a:pt x="189166" y="4572"/>
                      <a:pt x="189071" y="4572"/>
                    </a:cubicBezTo>
                    <a:cubicBezTo>
                      <a:pt x="186500" y="6953"/>
                      <a:pt x="145256" y="8763"/>
                      <a:pt x="94583" y="8763"/>
                    </a:cubicBezTo>
                    <a:cubicBezTo>
                      <a:pt x="43910" y="8763"/>
                      <a:pt x="2667" y="6953"/>
                      <a:pt x="95" y="4572"/>
                    </a:cubicBezTo>
                    <a:cubicBezTo>
                      <a:pt x="0" y="4572"/>
                      <a:pt x="0" y="4477"/>
                      <a:pt x="0" y="4381"/>
                    </a:cubicBezTo>
                    <a:cubicBezTo>
                      <a:pt x="0" y="1905"/>
                      <a:pt x="42386" y="0"/>
                      <a:pt x="94583" y="0"/>
                    </a:cubicBezTo>
                    <a:cubicBezTo>
                      <a:pt x="146780" y="0"/>
                      <a:pt x="189166" y="1905"/>
                      <a:pt x="189166" y="438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23" name="Freihandform: Form 8">
                <a:extLst>
                  <a:ext uri="{FF2B5EF4-FFF2-40B4-BE49-F238E27FC236}">
                    <a16:creationId xmlns:a16="http://schemas.microsoft.com/office/drawing/2014/main" id="{38B2FCB4-CD04-2129-5F49-71D425CA97B3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9430830" y="2474621"/>
                <a:ext cx="576293" cy="972000"/>
              </a:xfrm>
              <a:custGeom>
                <a:avLst/>
                <a:gdLst>
                  <a:gd name="connsiteX0" fmla="*/ 188976 w 188976"/>
                  <a:gd name="connsiteY0" fmla="*/ 0 h 78866"/>
                  <a:gd name="connsiteX1" fmla="*/ 157163 w 188976"/>
                  <a:gd name="connsiteY1" fmla="*/ 75914 h 78866"/>
                  <a:gd name="connsiteX2" fmla="*/ 94488 w 188976"/>
                  <a:gd name="connsiteY2" fmla="*/ 78867 h 78866"/>
                  <a:gd name="connsiteX3" fmla="*/ 31814 w 188976"/>
                  <a:gd name="connsiteY3" fmla="*/ 75914 h 78866"/>
                  <a:gd name="connsiteX4" fmla="*/ 31909 w 188976"/>
                  <a:gd name="connsiteY4" fmla="*/ 75914 h 78866"/>
                  <a:gd name="connsiteX5" fmla="*/ 31909 w 188976"/>
                  <a:gd name="connsiteY5" fmla="*/ 75914 h 78866"/>
                  <a:gd name="connsiteX6" fmla="*/ 0 w 188976"/>
                  <a:gd name="connsiteY6" fmla="*/ 0 h 78866"/>
                  <a:gd name="connsiteX7" fmla="*/ 94488 w 188976"/>
                  <a:gd name="connsiteY7" fmla="*/ 4191 h 78866"/>
                  <a:gd name="connsiteX8" fmla="*/ 188976 w 188976"/>
                  <a:gd name="connsiteY8" fmla="*/ 0 h 78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976" h="78866">
                    <a:moveTo>
                      <a:pt x="188976" y="0"/>
                    </a:moveTo>
                    <a:lnTo>
                      <a:pt x="157163" y="75914"/>
                    </a:lnTo>
                    <a:cubicBezTo>
                      <a:pt x="157163" y="77533"/>
                      <a:pt x="129159" y="78867"/>
                      <a:pt x="94488" y="78867"/>
                    </a:cubicBezTo>
                    <a:cubicBezTo>
                      <a:pt x="59817" y="78867"/>
                      <a:pt x="31814" y="77533"/>
                      <a:pt x="31814" y="75914"/>
                    </a:cubicBezTo>
                    <a:cubicBezTo>
                      <a:pt x="31814" y="75914"/>
                      <a:pt x="31845" y="75914"/>
                      <a:pt x="31909" y="75914"/>
                    </a:cubicBezTo>
                    <a:lnTo>
                      <a:pt x="31909" y="75914"/>
                    </a:lnTo>
                    <a:lnTo>
                      <a:pt x="0" y="0"/>
                    </a:lnTo>
                    <a:cubicBezTo>
                      <a:pt x="2572" y="2381"/>
                      <a:pt x="43910" y="4191"/>
                      <a:pt x="94488" y="4191"/>
                    </a:cubicBezTo>
                    <a:cubicBezTo>
                      <a:pt x="145066" y="4191"/>
                      <a:pt x="186404" y="2381"/>
                      <a:pt x="188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grpSp>
          <p:nvGrpSpPr>
            <p:cNvPr id="24" name="Gruppieren 69">
              <a:extLst>
                <a:ext uri="{FF2B5EF4-FFF2-40B4-BE49-F238E27FC236}">
                  <a16:creationId xmlns:a16="http://schemas.microsoft.com/office/drawing/2014/main" id="{2E9FC8FF-795D-6ABE-6249-963D4ABDB3CD}"/>
                </a:ext>
              </a:extLst>
            </p:cNvPr>
            <p:cNvGrpSpPr>
              <a:grpSpLocks/>
            </p:cNvGrpSpPr>
            <p:nvPr/>
          </p:nvGrpSpPr>
          <p:grpSpPr>
            <a:xfrm>
              <a:off x="9352083" y="2672899"/>
              <a:ext cx="1241465" cy="916247"/>
              <a:chOff x="8248743" y="2504114"/>
              <a:chExt cx="1021415" cy="916247"/>
            </a:xfrm>
          </p:grpSpPr>
          <p:sp>
            <p:nvSpPr>
              <p:cNvPr id="25" name="Freihandform: Form 10">
                <a:extLst>
                  <a:ext uri="{FF2B5EF4-FFF2-40B4-BE49-F238E27FC236}">
                    <a16:creationId xmlns:a16="http://schemas.microsoft.com/office/drawing/2014/main" id="{E42973C7-3CB4-0991-151B-1308D56C0279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7841241" y="2912077"/>
                <a:ext cx="915786" cy="100782"/>
              </a:xfrm>
              <a:custGeom>
                <a:avLst/>
                <a:gdLst>
                  <a:gd name="connsiteX0" fmla="*/ 189166 w 189166"/>
                  <a:gd name="connsiteY0" fmla="*/ 4381 h 8762"/>
                  <a:gd name="connsiteX1" fmla="*/ 189071 w 189166"/>
                  <a:gd name="connsiteY1" fmla="*/ 4572 h 8762"/>
                  <a:gd name="connsiteX2" fmla="*/ 94583 w 189166"/>
                  <a:gd name="connsiteY2" fmla="*/ 8763 h 8762"/>
                  <a:gd name="connsiteX3" fmla="*/ 95 w 189166"/>
                  <a:gd name="connsiteY3" fmla="*/ 4572 h 8762"/>
                  <a:gd name="connsiteX4" fmla="*/ 0 w 189166"/>
                  <a:gd name="connsiteY4" fmla="*/ 4381 h 8762"/>
                  <a:gd name="connsiteX5" fmla="*/ 94583 w 189166"/>
                  <a:gd name="connsiteY5" fmla="*/ 0 h 8762"/>
                  <a:gd name="connsiteX6" fmla="*/ 189166 w 189166"/>
                  <a:gd name="connsiteY6" fmla="*/ 4381 h 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166" h="8762">
                    <a:moveTo>
                      <a:pt x="189166" y="4381"/>
                    </a:moveTo>
                    <a:cubicBezTo>
                      <a:pt x="189166" y="4381"/>
                      <a:pt x="189166" y="4572"/>
                      <a:pt x="189071" y="4572"/>
                    </a:cubicBezTo>
                    <a:cubicBezTo>
                      <a:pt x="186500" y="6953"/>
                      <a:pt x="145256" y="8763"/>
                      <a:pt x="94583" y="8763"/>
                    </a:cubicBezTo>
                    <a:cubicBezTo>
                      <a:pt x="43910" y="8763"/>
                      <a:pt x="2667" y="6953"/>
                      <a:pt x="95" y="4572"/>
                    </a:cubicBezTo>
                    <a:cubicBezTo>
                      <a:pt x="0" y="4572"/>
                      <a:pt x="0" y="4477"/>
                      <a:pt x="0" y="4381"/>
                    </a:cubicBezTo>
                    <a:cubicBezTo>
                      <a:pt x="0" y="1905"/>
                      <a:pt x="42386" y="0"/>
                      <a:pt x="94583" y="0"/>
                    </a:cubicBezTo>
                    <a:cubicBezTo>
                      <a:pt x="146780" y="0"/>
                      <a:pt x="189166" y="1905"/>
                      <a:pt x="189166" y="4381"/>
                    </a:cubicBezTo>
                    <a:close/>
                  </a:path>
                </a:pathLst>
              </a:custGeom>
              <a:solidFill>
                <a:schemeClr val="accent1"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26" name="Freihandform: Form 11">
                <a:extLst>
                  <a:ext uri="{FF2B5EF4-FFF2-40B4-BE49-F238E27FC236}">
                    <a16:creationId xmlns:a16="http://schemas.microsoft.com/office/drawing/2014/main" id="{E677F299-8BAB-75D9-018A-0CD3578724B9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326265" y="2476007"/>
                <a:ext cx="915786" cy="972000"/>
              </a:xfrm>
              <a:custGeom>
                <a:avLst/>
                <a:gdLst>
                  <a:gd name="connsiteX0" fmla="*/ 188976 w 188976"/>
                  <a:gd name="connsiteY0" fmla="*/ 0 h 78866"/>
                  <a:gd name="connsiteX1" fmla="*/ 157163 w 188976"/>
                  <a:gd name="connsiteY1" fmla="*/ 75914 h 78866"/>
                  <a:gd name="connsiteX2" fmla="*/ 94488 w 188976"/>
                  <a:gd name="connsiteY2" fmla="*/ 78867 h 78866"/>
                  <a:gd name="connsiteX3" fmla="*/ 31814 w 188976"/>
                  <a:gd name="connsiteY3" fmla="*/ 75914 h 78866"/>
                  <a:gd name="connsiteX4" fmla="*/ 31909 w 188976"/>
                  <a:gd name="connsiteY4" fmla="*/ 75914 h 78866"/>
                  <a:gd name="connsiteX5" fmla="*/ 31909 w 188976"/>
                  <a:gd name="connsiteY5" fmla="*/ 75914 h 78866"/>
                  <a:gd name="connsiteX6" fmla="*/ 0 w 188976"/>
                  <a:gd name="connsiteY6" fmla="*/ 0 h 78866"/>
                  <a:gd name="connsiteX7" fmla="*/ 94488 w 188976"/>
                  <a:gd name="connsiteY7" fmla="*/ 4191 h 78866"/>
                  <a:gd name="connsiteX8" fmla="*/ 188976 w 188976"/>
                  <a:gd name="connsiteY8" fmla="*/ 0 h 78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8976" h="78866">
                    <a:moveTo>
                      <a:pt x="188976" y="0"/>
                    </a:moveTo>
                    <a:lnTo>
                      <a:pt x="157163" y="75914"/>
                    </a:lnTo>
                    <a:cubicBezTo>
                      <a:pt x="157163" y="77533"/>
                      <a:pt x="129159" y="78867"/>
                      <a:pt x="94488" y="78867"/>
                    </a:cubicBezTo>
                    <a:cubicBezTo>
                      <a:pt x="59817" y="78867"/>
                      <a:pt x="31814" y="77533"/>
                      <a:pt x="31814" y="75914"/>
                    </a:cubicBezTo>
                    <a:cubicBezTo>
                      <a:pt x="31814" y="75914"/>
                      <a:pt x="31845" y="75914"/>
                      <a:pt x="31909" y="75914"/>
                    </a:cubicBezTo>
                    <a:lnTo>
                      <a:pt x="31909" y="75914"/>
                    </a:lnTo>
                    <a:lnTo>
                      <a:pt x="0" y="0"/>
                    </a:lnTo>
                    <a:cubicBezTo>
                      <a:pt x="2572" y="2381"/>
                      <a:pt x="43910" y="4191"/>
                      <a:pt x="94488" y="4191"/>
                    </a:cubicBezTo>
                    <a:cubicBezTo>
                      <a:pt x="145066" y="4191"/>
                      <a:pt x="186404" y="2381"/>
                      <a:pt x="1889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grpSp>
          <p:nvGrpSpPr>
            <p:cNvPr id="27" name="Gruppieren 68">
              <a:extLst>
                <a:ext uri="{FF2B5EF4-FFF2-40B4-BE49-F238E27FC236}">
                  <a16:creationId xmlns:a16="http://schemas.microsoft.com/office/drawing/2014/main" id="{24F3C774-BB2D-99F2-1DAE-053B91A14D47}"/>
                </a:ext>
              </a:extLst>
            </p:cNvPr>
            <p:cNvGrpSpPr>
              <a:grpSpLocks/>
            </p:cNvGrpSpPr>
            <p:nvPr/>
          </p:nvGrpSpPr>
          <p:grpSpPr>
            <a:xfrm>
              <a:off x="8110375" y="2496288"/>
              <a:ext cx="1263561" cy="1269927"/>
              <a:chOff x="7268428" y="2327503"/>
              <a:chExt cx="1039595" cy="1269927"/>
            </a:xfrm>
          </p:grpSpPr>
          <p:sp>
            <p:nvSpPr>
              <p:cNvPr id="28" name="Freihandform: Form 13">
                <a:extLst>
                  <a:ext uri="{FF2B5EF4-FFF2-40B4-BE49-F238E27FC236}">
                    <a16:creationId xmlns:a16="http://schemas.microsoft.com/office/drawing/2014/main" id="{45BA00E1-7244-B96F-3273-1CAFC2B496D8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6703582" y="2892350"/>
                <a:ext cx="1269926" cy="140234"/>
              </a:xfrm>
              <a:custGeom>
                <a:avLst/>
                <a:gdLst>
                  <a:gd name="connsiteX0" fmla="*/ 262319 w 262318"/>
                  <a:gd name="connsiteY0" fmla="*/ 6096 h 12192"/>
                  <a:gd name="connsiteX1" fmla="*/ 131159 w 262318"/>
                  <a:gd name="connsiteY1" fmla="*/ 12192 h 12192"/>
                  <a:gd name="connsiteX2" fmla="*/ 190 w 262318"/>
                  <a:gd name="connsiteY2" fmla="*/ 6382 h 12192"/>
                  <a:gd name="connsiteX3" fmla="*/ 0 w 262318"/>
                  <a:gd name="connsiteY3" fmla="*/ 6096 h 12192"/>
                  <a:gd name="connsiteX4" fmla="*/ 131159 w 262318"/>
                  <a:gd name="connsiteY4" fmla="*/ 0 h 12192"/>
                  <a:gd name="connsiteX5" fmla="*/ 262319 w 262318"/>
                  <a:gd name="connsiteY5" fmla="*/ 6096 h 12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2318" h="12192">
                    <a:moveTo>
                      <a:pt x="262319" y="6096"/>
                    </a:moveTo>
                    <a:cubicBezTo>
                      <a:pt x="262319" y="9525"/>
                      <a:pt x="203644" y="12192"/>
                      <a:pt x="131159" y="12192"/>
                    </a:cubicBezTo>
                    <a:cubicBezTo>
                      <a:pt x="58674" y="12192"/>
                      <a:pt x="3715" y="9716"/>
                      <a:pt x="190" y="6382"/>
                    </a:cubicBezTo>
                    <a:cubicBezTo>
                      <a:pt x="190" y="6286"/>
                      <a:pt x="0" y="6191"/>
                      <a:pt x="0" y="6096"/>
                    </a:cubicBezTo>
                    <a:cubicBezTo>
                      <a:pt x="0" y="2667"/>
                      <a:pt x="58769" y="0"/>
                      <a:pt x="131159" y="0"/>
                    </a:cubicBezTo>
                    <a:cubicBezTo>
                      <a:pt x="203549" y="0"/>
                      <a:pt x="262319" y="2667"/>
                      <a:pt x="262319" y="6096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29" name="Freihandform: Form 14">
                <a:extLst>
                  <a:ext uri="{FF2B5EF4-FFF2-40B4-BE49-F238E27FC236}">
                    <a16:creationId xmlns:a16="http://schemas.microsoft.com/office/drawing/2014/main" id="{E136E4EE-861D-7C31-5AD9-39B2E524A239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7187521" y="2476005"/>
                <a:ext cx="1269003" cy="972000"/>
              </a:xfrm>
              <a:custGeom>
                <a:avLst/>
                <a:gdLst>
                  <a:gd name="connsiteX0" fmla="*/ 262128 w 262127"/>
                  <a:gd name="connsiteY0" fmla="*/ 0 h 80771"/>
                  <a:gd name="connsiteX1" fmla="*/ 230219 w 262127"/>
                  <a:gd name="connsiteY1" fmla="*/ 76105 h 80771"/>
                  <a:gd name="connsiteX2" fmla="*/ 130969 w 262127"/>
                  <a:gd name="connsiteY2" fmla="*/ 80772 h 80771"/>
                  <a:gd name="connsiteX3" fmla="*/ 31718 w 262127"/>
                  <a:gd name="connsiteY3" fmla="*/ 76105 h 80771"/>
                  <a:gd name="connsiteX4" fmla="*/ 31814 w 262127"/>
                  <a:gd name="connsiteY4" fmla="*/ 76105 h 80771"/>
                  <a:gd name="connsiteX5" fmla="*/ 31814 w 262127"/>
                  <a:gd name="connsiteY5" fmla="*/ 75914 h 80771"/>
                  <a:gd name="connsiteX6" fmla="*/ 0 w 262127"/>
                  <a:gd name="connsiteY6" fmla="*/ 286 h 80771"/>
                  <a:gd name="connsiteX7" fmla="*/ 130969 w 262127"/>
                  <a:gd name="connsiteY7" fmla="*/ 6096 h 80771"/>
                  <a:gd name="connsiteX8" fmla="*/ 262128 w 262127"/>
                  <a:gd name="connsiteY8" fmla="*/ 0 h 80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127" h="80771">
                    <a:moveTo>
                      <a:pt x="262128" y="0"/>
                    </a:moveTo>
                    <a:lnTo>
                      <a:pt x="230219" y="76105"/>
                    </a:lnTo>
                    <a:cubicBezTo>
                      <a:pt x="230219" y="78676"/>
                      <a:pt x="185833" y="80772"/>
                      <a:pt x="130969" y="80772"/>
                    </a:cubicBezTo>
                    <a:cubicBezTo>
                      <a:pt x="76105" y="80772"/>
                      <a:pt x="31718" y="78676"/>
                      <a:pt x="31718" y="76105"/>
                    </a:cubicBezTo>
                    <a:lnTo>
                      <a:pt x="31814" y="76105"/>
                    </a:lnTo>
                    <a:lnTo>
                      <a:pt x="31814" y="75914"/>
                    </a:lnTo>
                    <a:lnTo>
                      <a:pt x="0" y="286"/>
                    </a:lnTo>
                    <a:cubicBezTo>
                      <a:pt x="3524" y="3619"/>
                      <a:pt x="60865" y="6096"/>
                      <a:pt x="130969" y="6096"/>
                    </a:cubicBezTo>
                    <a:cubicBezTo>
                      <a:pt x="201073" y="6096"/>
                      <a:pt x="262128" y="3429"/>
                      <a:pt x="262128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grpSp>
          <p:nvGrpSpPr>
            <p:cNvPr id="30" name="Gruppieren 67">
              <a:extLst>
                <a:ext uri="{FF2B5EF4-FFF2-40B4-BE49-F238E27FC236}">
                  <a16:creationId xmlns:a16="http://schemas.microsoft.com/office/drawing/2014/main" id="{7BA46BCF-D5BA-F670-FAF5-540847ACBC8B}"/>
                </a:ext>
              </a:extLst>
            </p:cNvPr>
            <p:cNvGrpSpPr>
              <a:grpSpLocks/>
            </p:cNvGrpSpPr>
            <p:nvPr/>
          </p:nvGrpSpPr>
          <p:grpSpPr>
            <a:xfrm>
              <a:off x="6863538" y="2317834"/>
              <a:ext cx="1295917" cy="1625453"/>
              <a:chOff x="6251843" y="2149049"/>
              <a:chExt cx="1066215" cy="1625453"/>
            </a:xfrm>
          </p:grpSpPr>
          <p:sp>
            <p:nvSpPr>
              <p:cNvPr id="31" name="Freihandform: Form 16">
                <a:extLst>
                  <a:ext uri="{FF2B5EF4-FFF2-40B4-BE49-F238E27FC236}">
                    <a16:creationId xmlns:a16="http://schemas.microsoft.com/office/drawing/2014/main" id="{CE084682-40A6-0196-9B81-724ACACB8CD6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6020024" y="2475083"/>
                <a:ext cx="1624068" cy="972000"/>
              </a:xfrm>
              <a:custGeom>
                <a:avLst/>
                <a:gdLst>
                  <a:gd name="connsiteX0" fmla="*/ 334994 w 334994"/>
                  <a:gd name="connsiteY0" fmla="*/ 0 h 82105"/>
                  <a:gd name="connsiteX1" fmla="*/ 303181 w 334994"/>
                  <a:gd name="connsiteY1" fmla="*/ 75724 h 82105"/>
                  <a:gd name="connsiteX2" fmla="*/ 167450 w 334994"/>
                  <a:gd name="connsiteY2" fmla="*/ 82105 h 82105"/>
                  <a:gd name="connsiteX3" fmla="*/ 31718 w 334994"/>
                  <a:gd name="connsiteY3" fmla="*/ 75724 h 82105"/>
                  <a:gd name="connsiteX4" fmla="*/ 0 w 334994"/>
                  <a:gd name="connsiteY4" fmla="*/ 95 h 82105"/>
                  <a:gd name="connsiteX5" fmla="*/ 167450 w 334994"/>
                  <a:gd name="connsiteY5" fmla="*/ 7430 h 82105"/>
                  <a:gd name="connsiteX6" fmla="*/ 334994 w 334994"/>
                  <a:gd name="connsiteY6" fmla="*/ 0 h 82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4994" h="82105">
                    <a:moveTo>
                      <a:pt x="334994" y="0"/>
                    </a:moveTo>
                    <a:lnTo>
                      <a:pt x="303181" y="75724"/>
                    </a:lnTo>
                    <a:cubicBezTo>
                      <a:pt x="303181" y="79248"/>
                      <a:pt x="242411" y="82105"/>
                      <a:pt x="167450" y="82105"/>
                    </a:cubicBezTo>
                    <a:cubicBezTo>
                      <a:pt x="92488" y="82105"/>
                      <a:pt x="31718" y="79248"/>
                      <a:pt x="31718" y="75724"/>
                    </a:cubicBezTo>
                    <a:lnTo>
                      <a:pt x="0" y="95"/>
                    </a:lnTo>
                    <a:cubicBezTo>
                      <a:pt x="5143" y="4286"/>
                      <a:pt x="78200" y="7430"/>
                      <a:pt x="167450" y="7430"/>
                    </a:cubicBezTo>
                    <a:cubicBezTo>
                      <a:pt x="256699" y="7430"/>
                      <a:pt x="330518" y="4191"/>
                      <a:pt x="334994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32" name="Freihandform: Form 17">
                <a:extLst>
                  <a:ext uri="{FF2B5EF4-FFF2-40B4-BE49-F238E27FC236}">
                    <a16:creationId xmlns:a16="http://schemas.microsoft.com/office/drawing/2014/main" id="{3BC315C1-C6E7-E393-FF76-29174673FC9F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5529647" y="2872631"/>
                <a:ext cx="1624067" cy="179675"/>
              </a:xfrm>
              <a:custGeom>
                <a:avLst/>
                <a:gdLst>
                  <a:gd name="connsiteX0" fmla="*/ 335471 w 335470"/>
                  <a:gd name="connsiteY0" fmla="*/ 7810 h 15621"/>
                  <a:gd name="connsiteX1" fmla="*/ 335280 w 335470"/>
                  <a:gd name="connsiteY1" fmla="*/ 8192 h 15621"/>
                  <a:gd name="connsiteX2" fmla="*/ 167735 w 335470"/>
                  <a:gd name="connsiteY2" fmla="*/ 15621 h 15621"/>
                  <a:gd name="connsiteX3" fmla="*/ 286 w 335470"/>
                  <a:gd name="connsiteY3" fmla="*/ 8287 h 15621"/>
                  <a:gd name="connsiteX4" fmla="*/ 190 w 335470"/>
                  <a:gd name="connsiteY4" fmla="*/ 8192 h 15621"/>
                  <a:gd name="connsiteX5" fmla="*/ 0 w 335470"/>
                  <a:gd name="connsiteY5" fmla="*/ 7810 h 15621"/>
                  <a:gd name="connsiteX6" fmla="*/ 167735 w 335470"/>
                  <a:gd name="connsiteY6" fmla="*/ 0 h 15621"/>
                  <a:gd name="connsiteX7" fmla="*/ 335471 w 335470"/>
                  <a:gd name="connsiteY7" fmla="*/ 7810 h 15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5470" h="15621">
                    <a:moveTo>
                      <a:pt x="335471" y="7810"/>
                    </a:moveTo>
                    <a:cubicBezTo>
                      <a:pt x="335471" y="7810"/>
                      <a:pt x="335375" y="8096"/>
                      <a:pt x="335280" y="8192"/>
                    </a:cubicBezTo>
                    <a:cubicBezTo>
                      <a:pt x="330803" y="12383"/>
                      <a:pt x="257556" y="15621"/>
                      <a:pt x="167735" y="15621"/>
                    </a:cubicBezTo>
                    <a:cubicBezTo>
                      <a:pt x="77915" y="15621"/>
                      <a:pt x="5429" y="12478"/>
                      <a:pt x="286" y="8287"/>
                    </a:cubicBezTo>
                    <a:cubicBezTo>
                      <a:pt x="286" y="8287"/>
                      <a:pt x="286" y="8192"/>
                      <a:pt x="190" y="8192"/>
                    </a:cubicBezTo>
                    <a:cubicBezTo>
                      <a:pt x="95" y="8096"/>
                      <a:pt x="0" y="7906"/>
                      <a:pt x="0" y="7810"/>
                    </a:cubicBezTo>
                    <a:cubicBezTo>
                      <a:pt x="0" y="3429"/>
                      <a:pt x="75152" y="0"/>
                      <a:pt x="167735" y="0"/>
                    </a:cubicBezTo>
                    <a:cubicBezTo>
                      <a:pt x="260318" y="0"/>
                      <a:pt x="335471" y="3429"/>
                      <a:pt x="335471" y="781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grpSp>
          <p:nvGrpSpPr>
            <p:cNvPr id="33" name="Gruppieren 66">
              <a:extLst>
                <a:ext uri="{FF2B5EF4-FFF2-40B4-BE49-F238E27FC236}">
                  <a16:creationId xmlns:a16="http://schemas.microsoft.com/office/drawing/2014/main" id="{3F03F7C4-0060-C579-9550-2B6087AE4129}"/>
                </a:ext>
              </a:extLst>
            </p:cNvPr>
            <p:cNvGrpSpPr>
              <a:grpSpLocks/>
            </p:cNvGrpSpPr>
            <p:nvPr/>
          </p:nvGrpSpPr>
          <p:grpSpPr>
            <a:xfrm>
              <a:off x="5625482" y="2140761"/>
              <a:ext cx="1310709" cy="1979597"/>
              <a:chOff x="5194714" y="1971976"/>
              <a:chExt cx="1078385" cy="1979597"/>
            </a:xfrm>
          </p:grpSpPr>
          <p:sp>
            <p:nvSpPr>
              <p:cNvPr id="34" name="Freihandform: Form 19">
                <a:extLst>
                  <a:ext uri="{FF2B5EF4-FFF2-40B4-BE49-F238E27FC236}">
                    <a16:creationId xmlns:a16="http://schemas.microsoft.com/office/drawing/2014/main" id="{3166E56D-A003-7BD2-CB16-A328FB0CBD5A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4315167" y="2852911"/>
                <a:ext cx="1978209" cy="219116"/>
              </a:xfrm>
              <a:custGeom>
                <a:avLst/>
                <a:gdLst>
                  <a:gd name="connsiteX0" fmla="*/ 408623 w 408622"/>
                  <a:gd name="connsiteY0" fmla="*/ 9525 h 19050"/>
                  <a:gd name="connsiteX1" fmla="*/ 204311 w 408622"/>
                  <a:gd name="connsiteY1" fmla="*/ 19050 h 19050"/>
                  <a:gd name="connsiteX2" fmla="*/ 286 w 408622"/>
                  <a:gd name="connsiteY2" fmla="*/ 10001 h 19050"/>
                  <a:gd name="connsiteX3" fmla="*/ 0 w 408622"/>
                  <a:gd name="connsiteY3" fmla="*/ 9525 h 19050"/>
                  <a:gd name="connsiteX4" fmla="*/ 204311 w 408622"/>
                  <a:gd name="connsiteY4" fmla="*/ 0 h 19050"/>
                  <a:gd name="connsiteX5" fmla="*/ 408623 w 408622"/>
                  <a:gd name="connsiteY5" fmla="*/ 9525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622" h="19050">
                    <a:moveTo>
                      <a:pt x="408623" y="9525"/>
                    </a:moveTo>
                    <a:cubicBezTo>
                      <a:pt x="408623" y="14764"/>
                      <a:pt x="317183" y="19050"/>
                      <a:pt x="204311" y="19050"/>
                    </a:cubicBezTo>
                    <a:cubicBezTo>
                      <a:pt x="91440" y="19050"/>
                      <a:pt x="5715" y="15049"/>
                      <a:pt x="286" y="10001"/>
                    </a:cubicBezTo>
                    <a:cubicBezTo>
                      <a:pt x="95" y="9811"/>
                      <a:pt x="0" y="9716"/>
                      <a:pt x="0" y="9525"/>
                    </a:cubicBezTo>
                    <a:cubicBezTo>
                      <a:pt x="0" y="4286"/>
                      <a:pt x="91440" y="0"/>
                      <a:pt x="204311" y="0"/>
                    </a:cubicBezTo>
                    <a:cubicBezTo>
                      <a:pt x="317183" y="0"/>
                      <a:pt x="408623" y="4286"/>
                      <a:pt x="408623" y="9525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35" name="Freihandform: Form 20">
                <a:extLst>
                  <a:ext uri="{FF2B5EF4-FFF2-40B4-BE49-F238E27FC236}">
                    <a16:creationId xmlns:a16="http://schemas.microsoft.com/office/drawing/2014/main" id="{0593F815-111B-40DC-1384-CA97F88E4F8F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4797993" y="2475082"/>
                <a:ext cx="1978211" cy="972000"/>
              </a:xfrm>
              <a:custGeom>
                <a:avLst/>
                <a:gdLst>
                  <a:gd name="connsiteX0" fmla="*/ 408337 w 408336"/>
                  <a:gd name="connsiteY0" fmla="*/ 0 h 84296"/>
                  <a:gd name="connsiteX1" fmla="*/ 376333 w 408336"/>
                  <a:gd name="connsiteY1" fmla="*/ 76200 h 84296"/>
                  <a:gd name="connsiteX2" fmla="*/ 204026 w 408336"/>
                  <a:gd name="connsiteY2" fmla="*/ 84296 h 84296"/>
                  <a:gd name="connsiteX3" fmla="*/ 31718 w 408336"/>
                  <a:gd name="connsiteY3" fmla="*/ 76200 h 84296"/>
                  <a:gd name="connsiteX4" fmla="*/ 0 w 408336"/>
                  <a:gd name="connsiteY4" fmla="*/ 476 h 84296"/>
                  <a:gd name="connsiteX5" fmla="*/ 204026 w 408336"/>
                  <a:gd name="connsiteY5" fmla="*/ 9525 h 84296"/>
                  <a:gd name="connsiteX6" fmla="*/ 408337 w 408336"/>
                  <a:gd name="connsiteY6" fmla="*/ 0 h 84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08336" h="84296">
                    <a:moveTo>
                      <a:pt x="408337" y="0"/>
                    </a:moveTo>
                    <a:lnTo>
                      <a:pt x="376333" y="76200"/>
                    </a:lnTo>
                    <a:cubicBezTo>
                      <a:pt x="376333" y="80677"/>
                      <a:pt x="299180" y="84296"/>
                      <a:pt x="204026" y="84296"/>
                    </a:cubicBezTo>
                    <a:cubicBezTo>
                      <a:pt x="108871" y="84296"/>
                      <a:pt x="31718" y="80677"/>
                      <a:pt x="31718" y="76200"/>
                    </a:cubicBezTo>
                    <a:lnTo>
                      <a:pt x="0" y="476"/>
                    </a:lnTo>
                    <a:cubicBezTo>
                      <a:pt x="5429" y="5524"/>
                      <a:pt x="94679" y="9525"/>
                      <a:pt x="204026" y="9525"/>
                    </a:cubicBezTo>
                    <a:cubicBezTo>
                      <a:pt x="313373" y="9525"/>
                      <a:pt x="408337" y="5239"/>
                      <a:pt x="408337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grpSp>
          <p:nvGrpSpPr>
            <p:cNvPr id="36" name="Gruppieren 65">
              <a:extLst>
                <a:ext uri="{FF2B5EF4-FFF2-40B4-BE49-F238E27FC236}">
                  <a16:creationId xmlns:a16="http://schemas.microsoft.com/office/drawing/2014/main" id="{BBB84FA5-9CEB-4CB8-B663-7CC43A718D1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378843" y="1964157"/>
              <a:ext cx="1342666" cy="2332812"/>
              <a:chOff x="4101317" y="1795372"/>
              <a:chExt cx="1104678" cy="2332812"/>
            </a:xfrm>
          </p:grpSpPr>
          <p:sp>
            <p:nvSpPr>
              <p:cNvPr id="37" name="Freihandform: Form 22">
                <a:extLst>
                  <a:ext uri="{FF2B5EF4-FFF2-40B4-BE49-F238E27FC236}">
                    <a16:creationId xmlns:a16="http://schemas.microsoft.com/office/drawing/2014/main" id="{C138335D-DCBE-1480-4A63-3B0EF693386A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3554279" y="2475088"/>
                <a:ext cx="2331432" cy="972000"/>
              </a:xfrm>
              <a:custGeom>
                <a:avLst/>
                <a:gdLst>
                  <a:gd name="connsiteX0" fmla="*/ 481013 w 481012"/>
                  <a:gd name="connsiteY0" fmla="*/ 0 h 85439"/>
                  <a:gd name="connsiteX1" fmla="*/ 449390 w 481012"/>
                  <a:gd name="connsiteY1" fmla="*/ 75629 h 85439"/>
                  <a:gd name="connsiteX2" fmla="*/ 240506 w 481012"/>
                  <a:gd name="connsiteY2" fmla="*/ 85439 h 85439"/>
                  <a:gd name="connsiteX3" fmla="*/ 31623 w 481012"/>
                  <a:gd name="connsiteY3" fmla="*/ 75629 h 85439"/>
                  <a:gd name="connsiteX4" fmla="*/ 31718 w 481012"/>
                  <a:gd name="connsiteY4" fmla="*/ 75629 h 85439"/>
                  <a:gd name="connsiteX5" fmla="*/ 0 w 481012"/>
                  <a:gd name="connsiteY5" fmla="*/ 0 h 85439"/>
                  <a:gd name="connsiteX6" fmla="*/ 240506 w 481012"/>
                  <a:gd name="connsiteY6" fmla="*/ 10668 h 85439"/>
                  <a:gd name="connsiteX7" fmla="*/ 481013 w 481012"/>
                  <a:gd name="connsiteY7" fmla="*/ 0 h 85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1012" h="85439">
                    <a:moveTo>
                      <a:pt x="481013" y="0"/>
                    </a:moveTo>
                    <a:lnTo>
                      <a:pt x="449390" y="75629"/>
                    </a:lnTo>
                    <a:cubicBezTo>
                      <a:pt x="449390" y="81058"/>
                      <a:pt x="355854" y="85439"/>
                      <a:pt x="240506" y="85439"/>
                    </a:cubicBezTo>
                    <a:cubicBezTo>
                      <a:pt x="125159" y="85439"/>
                      <a:pt x="31623" y="81058"/>
                      <a:pt x="31623" y="75629"/>
                    </a:cubicBezTo>
                    <a:lnTo>
                      <a:pt x="31718" y="75629"/>
                    </a:lnTo>
                    <a:lnTo>
                      <a:pt x="0" y="0"/>
                    </a:lnTo>
                    <a:cubicBezTo>
                      <a:pt x="6477" y="5906"/>
                      <a:pt x="111728" y="10668"/>
                      <a:pt x="240506" y="10668"/>
                    </a:cubicBezTo>
                    <a:cubicBezTo>
                      <a:pt x="369284" y="10668"/>
                      <a:pt x="474536" y="5906"/>
                      <a:pt x="4810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  <p:sp>
            <p:nvSpPr>
              <p:cNvPr id="38" name="Freihandform: Form 23">
                <a:extLst>
                  <a:ext uri="{FF2B5EF4-FFF2-40B4-BE49-F238E27FC236}">
                    <a16:creationId xmlns:a16="http://schemas.microsoft.com/office/drawing/2014/main" id="{68860373-86A2-88E5-2CEA-35469D3CCD68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3064874" y="2833196"/>
                <a:ext cx="2331431" cy="258545"/>
              </a:xfrm>
              <a:custGeom>
                <a:avLst/>
                <a:gdLst>
                  <a:gd name="connsiteX0" fmla="*/ 481584 w 481584"/>
                  <a:gd name="connsiteY0" fmla="*/ 11239 h 22478"/>
                  <a:gd name="connsiteX1" fmla="*/ 481298 w 481584"/>
                  <a:gd name="connsiteY1" fmla="*/ 11811 h 22478"/>
                  <a:gd name="connsiteX2" fmla="*/ 240792 w 481584"/>
                  <a:gd name="connsiteY2" fmla="*/ 22479 h 22478"/>
                  <a:gd name="connsiteX3" fmla="*/ 286 w 481584"/>
                  <a:gd name="connsiteY3" fmla="*/ 11811 h 22478"/>
                  <a:gd name="connsiteX4" fmla="*/ 0 w 481584"/>
                  <a:gd name="connsiteY4" fmla="*/ 11239 h 22478"/>
                  <a:gd name="connsiteX5" fmla="*/ 240792 w 481584"/>
                  <a:gd name="connsiteY5" fmla="*/ 0 h 22478"/>
                  <a:gd name="connsiteX6" fmla="*/ 481584 w 481584"/>
                  <a:gd name="connsiteY6" fmla="*/ 11239 h 22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1584" h="22478">
                    <a:moveTo>
                      <a:pt x="481584" y="11239"/>
                    </a:moveTo>
                    <a:cubicBezTo>
                      <a:pt x="481584" y="11239"/>
                      <a:pt x="481489" y="11621"/>
                      <a:pt x="481298" y="11811"/>
                    </a:cubicBezTo>
                    <a:cubicBezTo>
                      <a:pt x="474821" y="17717"/>
                      <a:pt x="369570" y="22479"/>
                      <a:pt x="240792" y="22479"/>
                    </a:cubicBezTo>
                    <a:cubicBezTo>
                      <a:pt x="112014" y="22479"/>
                      <a:pt x="6763" y="17717"/>
                      <a:pt x="286" y="11811"/>
                    </a:cubicBezTo>
                    <a:cubicBezTo>
                      <a:pt x="95" y="11621"/>
                      <a:pt x="0" y="11430"/>
                      <a:pt x="0" y="11239"/>
                    </a:cubicBezTo>
                    <a:cubicBezTo>
                      <a:pt x="0" y="5048"/>
                      <a:pt x="107823" y="0"/>
                      <a:pt x="240792" y="0"/>
                    </a:cubicBezTo>
                    <a:cubicBezTo>
                      <a:pt x="373761" y="0"/>
                      <a:pt x="481584" y="5048"/>
                      <a:pt x="481584" y="11239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454545"/>
                  </a:solidFill>
                  <a:effectLst/>
                  <a:uLnTx/>
                  <a:uFillTx/>
                  <a:ea typeface="+mn-ea"/>
                </a:endParaRPr>
              </a:p>
            </p:txBody>
          </p:sp>
        </p:grpSp>
        <p:sp>
          <p:nvSpPr>
            <p:cNvPr id="46" name="Textfeld 114">
              <a:extLst>
                <a:ext uri="{FF2B5EF4-FFF2-40B4-BE49-F238E27FC236}">
                  <a16:creationId xmlns:a16="http://schemas.microsoft.com/office/drawing/2014/main" id="{E3CC1D15-FE3B-138A-BF49-9283CEE45771}"/>
                </a:ext>
              </a:extLst>
            </p:cNvPr>
            <p:cNvSpPr txBox="1">
              <a:spLocks/>
            </p:cNvSpPr>
            <p:nvPr/>
          </p:nvSpPr>
          <p:spPr>
            <a:xfrm>
              <a:off x="9483437" y="3023531"/>
              <a:ext cx="1095958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solidFill>
                    <a:schemeClr val="bg1"/>
                  </a:solidFill>
                  <a:cs typeface="Helvetica" panose="020B0604020202020204" pitchFamily="34" charset="0"/>
                </a:rPr>
                <a:t>07</a:t>
              </a:r>
            </a:p>
          </p:txBody>
        </p:sp>
        <p:sp>
          <p:nvSpPr>
            <p:cNvPr id="47" name="Textfeld 114">
              <a:extLst>
                <a:ext uri="{FF2B5EF4-FFF2-40B4-BE49-F238E27FC236}">
                  <a16:creationId xmlns:a16="http://schemas.microsoft.com/office/drawing/2014/main" id="{91BF6F1C-0819-FF78-FAD0-FF3586D2DE91}"/>
                </a:ext>
              </a:extLst>
            </p:cNvPr>
            <p:cNvSpPr txBox="1">
              <a:spLocks/>
            </p:cNvSpPr>
            <p:nvPr/>
          </p:nvSpPr>
          <p:spPr>
            <a:xfrm>
              <a:off x="8294863" y="3023531"/>
              <a:ext cx="1088241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solidFill>
                    <a:schemeClr val="bg1"/>
                  </a:solidFill>
                  <a:cs typeface="Helvetica" panose="020B0604020202020204" pitchFamily="34" charset="0"/>
                </a:rPr>
                <a:t>06</a:t>
              </a:r>
            </a:p>
          </p:txBody>
        </p:sp>
        <p:sp>
          <p:nvSpPr>
            <p:cNvPr id="48" name="Textfeld 114">
              <a:extLst>
                <a:ext uri="{FF2B5EF4-FFF2-40B4-BE49-F238E27FC236}">
                  <a16:creationId xmlns:a16="http://schemas.microsoft.com/office/drawing/2014/main" id="{5A5DBEEA-E090-7AC4-CC48-3B91A7282964}"/>
                </a:ext>
              </a:extLst>
            </p:cNvPr>
            <p:cNvSpPr txBox="1">
              <a:spLocks/>
            </p:cNvSpPr>
            <p:nvPr/>
          </p:nvSpPr>
          <p:spPr>
            <a:xfrm>
              <a:off x="7098568" y="3023531"/>
              <a:ext cx="1065086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solidFill>
                    <a:schemeClr val="bg1"/>
                  </a:solidFill>
                  <a:cs typeface="Helvetica" panose="020B0604020202020204" pitchFamily="34" charset="0"/>
                </a:rPr>
                <a:t>05</a:t>
              </a:r>
            </a:p>
          </p:txBody>
        </p:sp>
        <p:sp>
          <p:nvSpPr>
            <p:cNvPr id="49" name="Textfeld 114">
              <a:extLst>
                <a:ext uri="{FF2B5EF4-FFF2-40B4-BE49-F238E27FC236}">
                  <a16:creationId xmlns:a16="http://schemas.microsoft.com/office/drawing/2014/main" id="{29E8A236-C099-F780-F91E-8CF72DBFD5F0}"/>
                </a:ext>
              </a:extLst>
            </p:cNvPr>
            <p:cNvSpPr txBox="1">
              <a:spLocks/>
            </p:cNvSpPr>
            <p:nvPr/>
          </p:nvSpPr>
          <p:spPr>
            <a:xfrm>
              <a:off x="5879122" y="3023531"/>
              <a:ext cx="1057368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cs typeface="Helvetica" panose="020B0604020202020204" pitchFamily="34" charset="0"/>
                </a:rPr>
                <a:t>04</a:t>
              </a:r>
            </a:p>
          </p:txBody>
        </p:sp>
        <p:sp>
          <p:nvSpPr>
            <p:cNvPr id="50" name="Textfeld 114">
              <a:extLst>
                <a:ext uri="{FF2B5EF4-FFF2-40B4-BE49-F238E27FC236}">
                  <a16:creationId xmlns:a16="http://schemas.microsoft.com/office/drawing/2014/main" id="{8D068AA1-931D-E889-C669-E870EE04DCD8}"/>
                </a:ext>
              </a:extLst>
            </p:cNvPr>
            <p:cNvSpPr txBox="1">
              <a:spLocks/>
            </p:cNvSpPr>
            <p:nvPr/>
          </p:nvSpPr>
          <p:spPr>
            <a:xfrm>
              <a:off x="4682827" y="3023531"/>
              <a:ext cx="1057369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cs typeface="Helvetica" panose="020B0604020202020204" pitchFamily="34" charset="0"/>
                </a:rPr>
                <a:t>03</a:t>
              </a:r>
            </a:p>
          </p:txBody>
        </p:sp>
        <p:sp>
          <p:nvSpPr>
            <p:cNvPr id="53" name="Textfeld 114">
              <a:extLst>
                <a:ext uri="{FF2B5EF4-FFF2-40B4-BE49-F238E27FC236}">
                  <a16:creationId xmlns:a16="http://schemas.microsoft.com/office/drawing/2014/main" id="{6E96110B-F883-2F34-8C66-B7C9F86221FA}"/>
                </a:ext>
              </a:extLst>
            </p:cNvPr>
            <p:cNvSpPr txBox="1">
              <a:spLocks/>
            </p:cNvSpPr>
            <p:nvPr/>
          </p:nvSpPr>
          <p:spPr>
            <a:xfrm>
              <a:off x="10712532" y="3023531"/>
              <a:ext cx="1099819" cy="215444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  <a:buClr>
                  <a:srgbClr val="454545"/>
                </a:buClr>
                <a:tabLst>
                  <a:tab pos="1079500" algn="l"/>
                </a:tabLst>
              </a:pPr>
              <a:r>
                <a:rPr lang="en-US" sz="2000" b="1">
                  <a:solidFill>
                    <a:schemeClr val="bg1"/>
                  </a:solidFill>
                  <a:cs typeface="Helvetica" panose="020B0604020202020204" pitchFamily="34" charset="0"/>
                </a:rPr>
                <a:t>08</a:t>
              </a:r>
            </a:p>
          </p:txBody>
        </p:sp>
      </p:grpSp>
      <p:sp>
        <p:nvSpPr>
          <p:cNvPr id="54" name="Textplatzhalter 9">
            <a:extLst>
              <a:ext uri="{FF2B5EF4-FFF2-40B4-BE49-F238E27FC236}">
                <a16:creationId xmlns:a16="http://schemas.microsoft.com/office/drawing/2014/main" id="{645E7596-9C45-941E-5C8A-9E4C7967F88E}"/>
              </a:ext>
            </a:extLst>
          </p:cNvPr>
          <p:cNvSpPr txBox="1">
            <a:spLocks/>
          </p:cNvSpPr>
          <p:nvPr/>
        </p:nvSpPr>
        <p:spPr bwMode="gray">
          <a:xfrm>
            <a:off x="402658" y="2738839"/>
            <a:ext cx="1292529" cy="784830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sz="1800" dirty="0"/>
              <a:t>Insert your desired text here</a:t>
            </a:r>
          </a:p>
        </p:txBody>
      </p:sp>
      <p:sp>
        <p:nvSpPr>
          <p:cNvPr id="55" name="Gleichschenkliges Dreieck 39">
            <a:extLst>
              <a:ext uri="{FF2B5EF4-FFF2-40B4-BE49-F238E27FC236}">
                <a16:creationId xmlns:a16="http://schemas.microsoft.com/office/drawing/2014/main" id="{69C57AB1-39C5-10F1-ED10-E54931A538E3}"/>
              </a:ext>
            </a:extLst>
          </p:cNvPr>
          <p:cNvSpPr>
            <a:spLocks/>
          </p:cNvSpPr>
          <p:nvPr/>
        </p:nvSpPr>
        <p:spPr>
          <a:xfrm rot="5400000">
            <a:off x="1803692" y="3071101"/>
            <a:ext cx="240570" cy="120313"/>
          </a:xfrm>
          <a:custGeom>
            <a:avLst/>
            <a:gdLst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  <a:gd name="connsiteX3" fmla="*/ 0 w 303379"/>
              <a:gd name="connsiteY3" fmla="*/ 159723 h 159723"/>
              <a:gd name="connsiteX0" fmla="*/ 0 w 303379"/>
              <a:gd name="connsiteY0" fmla="*/ 159723 h 251163"/>
              <a:gd name="connsiteX1" fmla="*/ 151690 w 303379"/>
              <a:gd name="connsiteY1" fmla="*/ 0 h 251163"/>
              <a:gd name="connsiteX2" fmla="*/ 303379 w 303379"/>
              <a:gd name="connsiteY2" fmla="*/ 159723 h 251163"/>
              <a:gd name="connsiteX3" fmla="*/ 91440 w 303379"/>
              <a:gd name="connsiteY3" fmla="*/ 251163 h 251163"/>
              <a:gd name="connsiteX0" fmla="*/ 0 w 303379"/>
              <a:gd name="connsiteY0" fmla="*/ 159723 h 159723"/>
              <a:gd name="connsiteX1" fmla="*/ 151690 w 303379"/>
              <a:gd name="connsiteY1" fmla="*/ 0 h 159723"/>
              <a:gd name="connsiteX2" fmla="*/ 303379 w 303379"/>
              <a:gd name="connsiteY2" fmla="*/ 159723 h 15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3379" h="159723">
                <a:moveTo>
                  <a:pt x="0" y="159723"/>
                </a:moveTo>
                <a:lnTo>
                  <a:pt x="151690" y="0"/>
                </a:lnTo>
                <a:lnTo>
                  <a:pt x="303379" y="159723"/>
                </a:lnTo>
              </a:path>
            </a:pathLst>
          </a:custGeom>
          <a:noFill/>
          <a:ln w="38100" cap="sq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454545"/>
              </a:solidFill>
            </a:endParaRPr>
          </a:p>
        </p:txBody>
      </p:sp>
      <p:sp>
        <p:nvSpPr>
          <p:cNvPr id="58" name="Text Placeholder 15">
            <a:extLst>
              <a:ext uri="{FF2B5EF4-FFF2-40B4-BE49-F238E27FC236}">
                <a16:creationId xmlns:a16="http://schemas.microsoft.com/office/drawing/2014/main" id="{4B9F3F53-7565-9B46-3B79-D8B9F7671245}"/>
              </a:ext>
            </a:extLst>
          </p:cNvPr>
          <p:cNvSpPr/>
          <p:nvPr/>
        </p:nvSpPr>
        <p:spPr>
          <a:xfrm>
            <a:off x="407988" y="6275487"/>
            <a:ext cx="942566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funnels</a:t>
            </a:r>
          </a:p>
        </p:txBody>
      </p:sp>
    </p:spTree>
    <p:extLst>
      <p:ext uri="{BB962C8B-B14F-4D97-AF65-F5344CB8AC3E}">
        <p14:creationId xmlns:p14="http://schemas.microsoft.com/office/powerpoint/2010/main" val="161097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Funnel, horizontal I</a:t>
            </a:r>
          </a:p>
        </p:txBody>
      </p:sp>
      <p:sp>
        <p:nvSpPr>
          <p:cNvPr id="3" name="Textplatzhalter 30">
            <a:extLst>
              <a:ext uri="{FF2B5EF4-FFF2-40B4-BE49-F238E27FC236}">
                <a16:creationId xmlns:a16="http://schemas.microsoft.com/office/drawing/2014/main" id="{976129D4-4970-98C9-CCF8-F0030670FA9E}"/>
              </a:ext>
            </a:extLst>
          </p:cNvPr>
          <p:cNvSpPr txBox="1">
            <a:spLocks/>
          </p:cNvSpPr>
          <p:nvPr/>
        </p:nvSpPr>
        <p:spPr>
          <a:xfrm>
            <a:off x="49193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 dirty="0">
                <a:sym typeface="Futura"/>
              </a:rPr>
              <a:t>Phase 1</a:t>
            </a:r>
          </a:p>
        </p:txBody>
      </p:sp>
      <p:sp>
        <p:nvSpPr>
          <p:cNvPr id="4" name="Textplatzhalter 30">
            <a:extLst>
              <a:ext uri="{FF2B5EF4-FFF2-40B4-BE49-F238E27FC236}">
                <a16:creationId xmlns:a16="http://schemas.microsoft.com/office/drawing/2014/main" id="{9AAC8F4A-DCB7-1022-2CCD-D4BEAEFE06ED}"/>
              </a:ext>
            </a:extLst>
          </p:cNvPr>
          <p:cNvSpPr txBox="1">
            <a:spLocks/>
          </p:cNvSpPr>
          <p:nvPr/>
        </p:nvSpPr>
        <p:spPr>
          <a:xfrm>
            <a:off x="2119375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2</a:t>
            </a:r>
          </a:p>
        </p:txBody>
      </p:sp>
      <p:sp>
        <p:nvSpPr>
          <p:cNvPr id="6" name="Textplatzhalter 30">
            <a:extLst>
              <a:ext uri="{FF2B5EF4-FFF2-40B4-BE49-F238E27FC236}">
                <a16:creationId xmlns:a16="http://schemas.microsoft.com/office/drawing/2014/main" id="{0ECD6A7D-42C7-A629-381D-60B5083353D2}"/>
              </a:ext>
            </a:extLst>
          </p:cNvPr>
          <p:cNvSpPr txBox="1">
            <a:spLocks/>
          </p:cNvSpPr>
          <p:nvPr/>
        </p:nvSpPr>
        <p:spPr>
          <a:xfrm>
            <a:off x="3746819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3</a:t>
            </a:r>
          </a:p>
        </p:txBody>
      </p:sp>
      <p:sp>
        <p:nvSpPr>
          <p:cNvPr id="7" name="Textplatzhalter 30">
            <a:extLst>
              <a:ext uri="{FF2B5EF4-FFF2-40B4-BE49-F238E27FC236}">
                <a16:creationId xmlns:a16="http://schemas.microsoft.com/office/drawing/2014/main" id="{738B2AD3-68BE-45B6-2898-D5587A673F8C}"/>
              </a:ext>
            </a:extLst>
          </p:cNvPr>
          <p:cNvSpPr txBox="1">
            <a:spLocks/>
          </p:cNvSpPr>
          <p:nvPr/>
        </p:nvSpPr>
        <p:spPr>
          <a:xfrm>
            <a:off x="537426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4</a:t>
            </a:r>
          </a:p>
        </p:txBody>
      </p:sp>
      <p:sp>
        <p:nvSpPr>
          <p:cNvPr id="9" name="Textplatzhalter 30">
            <a:extLst>
              <a:ext uri="{FF2B5EF4-FFF2-40B4-BE49-F238E27FC236}">
                <a16:creationId xmlns:a16="http://schemas.microsoft.com/office/drawing/2014/main" id="{9067E399-860E-4878-6766-8E21748906CC}"/>
              </a:ext>
            </a:extLst>
          </p:cNvPr>
          <p:cNvSpPr txBox="1">
            <a:spLocks/>
          </p:cNvSpPr>
          <p:nvPr/>
        </p:nvSpPr>
        <p:spPr>
          <a:xfrm>
            <a:off x="7001706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5</a:t>
            </a:r>
          </a:p>
        </p:txBody>
      </p:sp>
      <p:sp>
        <p:nvSpPr>
          <p:cNvPr id="11" name="Textplatzhalter 30">
            <a:extLst>
              <a:ext uri="{FF2B5EF4-FFF2-40B4-BE49-F238E27FC236}">
                <a16:creationId xmlns:a16="http://schemas.microsoft.com/office/drawing/2014/main" id="{7264C9D0-6626-BE26-0094-C53D5C66E53D}"/>
              </a:ext>
            </a:extLst>
          </p:cNvPr>
          <p:cNvSpPr txBox="1">
            <a:spLocks/>
          </p:cNvSpPr>
          <p:nvPr/>
        </p:nvSpPr>
        <p:spPr>
          <a:xfrm>
            <a:off x="8629149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6</a:t>
            </a:r>
          </a:p>
        </p:txBody>
      </p:sp>
      <p:sp>
        <p:nvSpPr>
          <p:cNvPr id="12" name="Textplatzhalter 30">
            <a:extLst>
              <a:ext uri="{FF2B5EF4-FFF2-40B4-BE49-F238E27FC236}">
                <a16:creationId xmlns:a16="http://schemas.microsoft.com/office/drawing/2014/main" id="{5CF137E0-B2B8-4BE4-FE24-367D90A2F4AE}"/>
              </a:ext>
            </a:extLst>
          </p:cNvPr>
          <p:cNvSpPr txBox="1">
            <a:spLocks/>
          </p:cNvSpPr>
          <p:nvPr/>
        </p:nvSpPr>
        <p:spPr>
          <a:xfrm>
            <a:off x="10256592" y="5749561"/>
            <a:ext cx="1475083" cy="307777"/>
          </a:xfrm>
          <a:prstGeom prst="rect">
            <a:avLst/>
          </a:prstGeom>
        </p:spPr>
        <p:txBody>
          <a:bodyPr lIns="72000" tIns="0" rIns="72000" bIns="0" anchor="b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>
                <a:srgbClr val="000000"/>
              </a:buClr>
            </a:pPr>
            <a:r>
              <a:rPr lang="en-US" sz="2000">
                <a:sym typeface="Futura"/>
              </a:rPr>
              <a:t>Phase 7</a:t>
            </a:r>
          </a:p>
        </p:txBody>
      </p:sp>
      <p:cxnSp>
        <p:nvCxnSpPr>
          <p:cNvPr id="14" name="Gerader Verbinder 16">
            <a:extLst>
              <a:ext uri="{FF2B5EF4-FFF2-40B4-BE49-F238E27FC236}">
                <a16:creationId xmlns:a16="http://schemas.microsoft.com/office/drawing/2014/main" id="{6BE84EB2-79A1-3A39-E256-173007FBA129}"/>
              </a:ext>
            </a:extLst>
          </p:cNvPr>
          <p:cNvCxnSpPr>
            <a:cxnSpLocks/>
          </p:cNvCxnSpPr>
          <p:nvPr/>
        </p:nvCxnSpPr>
        <p:spPr>
          <a:xfrm>
            <a:off x="2043196" y="5270973"/>
            <a:ext cx="0" cy="786365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7">
            <a:extLst>
              <a:ext uri="{FF2B5EF4-FFF2-40B4-BE49-F238E27FC236}">
                <a16:creationId xmlns:a16="http://schemas.microsoft.com/office/drawing/2014/main" id="{E6465CCB-848A-E314-6CCF-6F516DF72FF1}"/>
              </a:ext>
            </a:extLst>
          </p:cNvPr>
          <p:cNvCxnSpPr>
            <a:cxnSpLocks/>
          </p:cNvCxnSpPr>
          <p:nvPr/>
        </p:nvCxnSpPr>
        <p:spPr>
          <a:xfrm>
            <a:off x="3670639" y="5177208"/>
            <a:ext cx="0" cy="880130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8">
            <a:extLst>
              <a:ext uri="{FF2B5EF4-FFF2-40B4-BE49-F238E27FC236}">
                <a16:creationId xmlns:a16="http://schemas.microsoft.com/office/drawing/2014/main" id="{628C5AA7-BAD7-083F-FEB7-8659521A0FA9}"/>
              </a:ext>
            </a:extLst>
          </p:cNvPr>
          <p:cNvCxnSpPr>
            <a:cxnSpLocks/>
          </p:cNvCxnSpPr>
          <p:nvPr/>
        </p:nvCxnSpPr>
        <p:spPr>
          <a:xfrm>
            <a:off x="5298083" y="5043297"/>
            <a:ext cx="0" cy="1014041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9">
            <a:extLst>
              <a:ext uri="{FF2B5EF4-FFF2-40B4-BE49-F238E27FC236}">
                <a16:creationId xmlns:a16="http://schemas.microsoft.com/office/drawing/2014/main" id="{D0311E27-C446-4067-9A79-4F563C75D7BD}"/>
              </a:ext>
            </a:extLst>
          </p:cNvPr>
          <p:cNvCxnSpPr>
            <a:cxnSpLocks/>
          </p:cNvCxnSpPr>
          <p:nvPr/>
        </p:nvCxnSpPr>
        <p:spPr>
          <a:xfrm>
            <a:off x="6925526" y="4909386"/>
            <a:ext cx="0" cy="1147952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20">
            <a:extLst>
              <a:ext uri="{FF2B5EF4-FFF2-40B4-BE49-F238E27FC236}">
                <a16:creationId xmlns:a16="http://schemas.microsoft.com/office/drawing/2014/main" id="{3EECF067-2119-CD81-1B71-066AB934C466}"/>
              </a:ext>
            </a:extLst>
          </p:cNvPr>
          <p:cNvCxnSpPr>
            <a:cxnSpLocks/>
          </p:cNvCxnSpPr>
          <p:nvPr/>
        </p:nvCxnSpPr>
        <p:spPr>
          <a:xfrm>
            <a:off x="8552970" y="4788856"/>
            <a:ext cx="0" cy="1268482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21">
            <a:extLst>
              <a:ext uri="{FF2B5EF4-FFF2-40B4-BE49-F238E27FC236}">
                <a16:creationId xmlns:a16="http://schemas.microsoft.com/office/drawing/2014/main" id="{10E8EEAD-1635-D47D-3AAF-E7ABFE399851}"/>
              </a:ext>
            </a:extLst>
          </p:cNvPr>
          <p:cNvCxnSpPr>
            <a:cxnSpLocks/>
          </p:cNvCxnSpPr>
          <p:nvPr/>
        </p:nvCxnSpPr>
        <p:spPr>
          <a:xfrm>
            <a:off x="10180413" y="4641564"/>
            <a:ext cx="0" cy="1415774"/>
          </a:xfrm>
          <a:prstGeom prst="line">
            <a:avLst/>
          </a:prstGeom>
          <a:ln w="952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3">
            <a:extLst>
              <a:ext uri="{FF2B5EF4-FFF2-40B4-BE49-F238E27FC236}">
                <a16:creationId xmlns:a16="http://schemas.microsoft.com/office/drawing/2014/main" id="{FF2345C7-E452-1F31-D6E7-5B980F9CEA50}"/>
              </a:ext>
            </a:extLst>
          </p:cNvPr>
          <p:cNvCxnSpPr>
            <a:cxnSpLocks/>
          </p:cNvCxnSpPr>
          <p:nvPr/>
        </p:nvCxnSpPr>
        <p:spPr>
          <a:xfrm flipV="1">
            <a:off x="10180415" y="2469670"/>
            <a:ext cx="0" cy="1907485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4">
            <a:extLst>
              <a:ext uri="{FF2B5EF4-FFF2-40B4-BE49-F238E27FC236}">
                <a16:creationId xmlns:a16="http://schemas.microsoft.com/office/drawing/2014/main" id="{5E419558-D7B0-3713-39A2-A586F10480FC}"/>
              </a:ext>
            </a:extLst>
          </p:cNvPr>
          <p:cNvCxnSpPr>
            <a:cxnSpLocks/>
          </p:cNvCxnSpPr>
          <p:nvPr/>
        </p:nvCxnSpPr>
        <p:spPr>
          <a:xfrm flipV="1">
            <a:off x="8552972" y="2340870"/>
            <a:ext cx="0" cy="2170195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5">
            <a:extLst>
              <a:ext uri="{FF2B5EF4-FFF2-40B4-BE49-F238E27FC236}">
                <a16:creationId xmlns:a16="http://schemas.microsoft.com/office/drawing/2014/main" id="{5751E514-D3BD-1DC7-922C-C236B295EA33}"/>
              </a:ext>
            </a:extLst>
          </p:cNvPr>
          <p:cNvCxnSpPr>
            <a:cxnSpLocks/>
          </p:cNvCxnSpPr>
          <p:nvPr/>
        </p:nvCxnSpPr>
        <p:spPr>
          <a:xfrm flipV="1">
            <a:off x="6925528" y="2204915"/>
            <a:ext cx="0" cy="2440061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6">
            <a:extLst>
              <a:ext uri="{FF2B5EF4-FFF2-40B4-BE49-F238E27FC236}">
                <a16:creationId xmlns:a16="http://schemas.microsoft.com/office/drawing/2014/main" id="{F83DA151-7CA5-FB57-7FF2-1054ABCEBEE3}"/>
              </a:ext>
            </a:extLst>
          </p:cNvPr>
          <p:cNvCxnSpPr>
            <a:cxnSpLocks/>
          </p:cNvCxnSpPr>
          <p:nvPr/>
        </p:nvCxnSpPr>
        <p:spPr>
          <a:xfrm flipV="1">
            <a:off x="5298085" y="2068960"/>
            <a:ext cx="0" cy="2709927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7">
            <a:extLst>
              <a:ext uri="{FF2B5EF4-FFF2-40B4-BE49-F238E27FC236}">
                <a16:creationId xmlns:a16="http://schemas.microsoft.com/office/drawing/2014/main" id="{90C3F27E-2726-E493-ACF2-48D9075CB159}"/>
              </a:ext>
            </a:extLst>
          </p:cNvPr>
          <p:cNvCxnSpPr>
            <a:cxnSpLocks/>
          </p:cNvCxnSpPr>
          <p:nvPr/>
        </p:nvCxnSpPr>
        <p:spPr>
          <a:xfrm flipV="1">
            <a:off x="3670641" y="1940161"/>
            <a:ext cx="0" cy="2972637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8">
            <a:extLst>
              <a:ext uri="{FF2B5EF4-FFF2-40B4-BE49-F238E27FC236}">
                <a16:creationId xmlns:a16="http://schemas.microsoft.com/office/drawing/2014/main" id="{5A781A80-8757-39A5-AEB2-1078DF4F5D1D}"/>
              </a:ext>
            </a:extLst>
          </p:cNvPr>
          <p:cNvCxnSpPr>
            <a:cxnSpLocks/>
          </p:cNvCxnSpPr>
          <p:nvPr/>
        </p:nvCxnSpPr>
        <p:spPr>
          <a:xfrm flipV="1">
            <a:off x="2043198" y="1804206"/>
            <a:ext cx="0" cy="3242503"/>
          </a:xfrm>
          <a:prstGeom prst="line">
            <a:avLst/>
          </a:prstGeom>
          <a:ln w="952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E1947706-F027-955F-DE18-8C863913B40C}"/>
              </a:ext>
            </a:extLst>
          </p:cNvPr>
          <p:cNvGrpSpPr/>
          <p:nvPr/>
        </p:nvGrpSpPr>
        <p:grpSpPr>
          <a:xfrm>
            <a:off x="1263681" y="2002118"/>
            <a:ext cx="9696244" cy="3188471"/>
            <a:chOff x="407987" y="1581976"/>
            <a:chExt cx="11337613" cy="3728212"/>
          </a:xfrm>
        </p:grpSpPr>
        <p:sp>
          <p:nvSpPr>
            <p:cNvPr id="2" name="Trapezoid 1">
              <a:extLst>
                <a:ext uri="{FF2B5EF4-FFF2-40B4-BE49-F238E27FC236}">
                  <a16:creationId xmlns:a16="http://schemas.microsoft.com/office/drawing/2014/main" id="{B87D2AB1-3E23-182F-426A-848E82BB9886}"/>
                </a:ext>
              </a:extLst>
            </p:cNvPr>
            <p:cNvSpPr>
              <a:spLocks/>
            </p:cNvSpPr>
            <p:nvPr/>
          </p:nvSpPr>
          <p:spPr>
            <a:xfrm rot="5400000" flipH="1">
              <a:off x="4212688" y="-2222725"/>
              <a:ext cx="3728212" cy="11337613"/>
            </a:xfrm>
            <a:prstGeom prst="trapezoid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Ellipse 29">
              <a:extLst>
                <a:ext uri="{FF2B5EF4-FFF2-40B4-BE49-F238E27FC236}">
                  <a16:creationId xmlns:a16="http://schemas.microsoft.com/office/drawing/2014/main" id="{C9859AD6-7D44-2DF6-0A1D-84F14C337B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3574" y="2036498"/>
              <a:ext cx="1555326" cy="1529857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28" name="Ellipse 30">
              <a:extLst>
                <a:ext uri="{FF2B5EF4-FFF2-40B4-BE49-F238E27FC236}">
                  <a16:creationId xmlns:a16="http://schemas.microsoft.com/office/drawing/2014/main" id="{91DC3A03-197C-92DA-A3C1-433BA98451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07634" y="3342201"/>
              <a:ext cx="1450680" cy="1426924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>
                  <a:solidFill>
                    <a:schemeClr val="tx1"/>
                  </a:solidFill>
                </a:rPr>
                <a:t>Lorem ipsum</a:t>
              </a:r>
            </a:p>
          </p:txBody>
        </p:sp>
        <p:sp>
          <p:nvSpPr>
            <p:cNvPr id="29" name="Ellipse 31">
              <a:extLst>
                <a:ext uri="{FF2B5EF4-FFF2-40B4-BE49-F238E27FC236}">
                  <a16:creationId xmlns:a16="http://schemas.microsoft.com/office/drawing/2014/main" id="{5C45F64B-202B-D187-0735-ED9A4E9BF2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09929" y="2814017"/>
              <a:ext cx="1380272" cy="1357669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dirty="0"/>
                <a:t>Lorem ipsum</a:t>
              </a:r>
            </a:p>
          </p:txBody>
        </p:sp>
        <p:sp>
          <p:nvSpPr>
            <p:cNvPr id="30" name="Ellipse 32">
              <a:extLst>
                <a:ext uri="{FF2B5EF4-FFF2-40B4-BE49-F238E27FC236}">
                  <a16:creationId xmlns:a16="http://schemas.microsoft.com/office/drawing/2014/main" id="{DCC8C380-0633-4D64-8B82-21F301E8FC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78885" y="2446879"/>
              <a:ext cx="1237171" cy="121691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31" name="Ellipse 33">
              <a:extLst>
                <a:ext uri="{FF2B5EF4-FFF2-40B4-BE49-F238E27FC236}">
                  <a16:creationId xmlns:a16="http://schemas.microsoft.com/office/drawing/2014/main" id="{5F96EE20-76D2-E214-C539-01CF86973D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2184" y="3341120"/>
              <a:ext cx="1013916" cy="99731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32" name="Ellipse 34">
              <a:extLst>
                <a:ext uri="{FF2B5EF4-FFF2-40B4-BE49-F238E27FC236}">
                  <a16:creationId xmlns:a16="http://schemas.microsoft.com/office/drawing/2014/main" id="{999F6FBF-4A41-AC55-8305-A6A9924031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76384" y="2591596"/>
              <a:ext cx="1013916" cy="99731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33" name="Ellipse 35">
              <a:extLst>
                <a:ext uri="{FF2B5EF4-FFF2-40B4-BE49-F238E27FC236}">
                  <a16:creationId xmlns:a16="http://schemas.microsoft.com/office/drawing/2014/main" id="{F901539E-A32E-5542-0635-E5338ECBBC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10298" y="3398003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34" name="Ellipse 36">
              <a:extLst>
                <a:ext uri="{FF2B5EF4-FFF2-40B4-BE49-F238E27FC236}">
                  <a16:creationId xmlns:a16="http://schemas.microsoft.com/office/drawing/2014/main" id="{CE610A2C-224E-A521-6E2F-2A2BA442E7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16321" y="3068549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  <p:sp>
          <p:nvSpPr>
            <p:cNvPr id="35" name="Ellipse 37">
              <a:extLst>
                <a:ext uri="{FF2B5EF4-FFF2-40B4-BE49-F238E27FC236}">
                  <a16:creationId xmlns:a16="http://schemas.microsoft.com/office/drawing/2014/main" id="{7E8F6611-D3D2-1CAF-7EDD-3338FA55FF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814773" y="2780692"/>
              <a:ext cx="822725" cy="80925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/>
                <a:t>Lorem ipsum</a:t>
              </a:r>
            </a:p>
          </p:txBody>
        </p:sp>
      </p:grp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5A72C44-D7BE-A659-BA43-99A60EFBEC4D}"/>
              </a:ext>
            </a:extLst>
          </p:cNvPr>
          <p:cNvSpPr/>
          <p:nvPr/>
        </p:nvSpPr>
        <p:spPr>
          <a:xfrm>
            <a:off x="407988" y="6275487"/>
            <a:ext cx="1378583" cy="138499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spAutoFit/>
          </a:bodyPr>
          <a:lstStyle/>
          <a:p>
            <a:pPr>
              <a:spcBef>
                <a:spcPct val="10000"/>
              </a:spcBef>
              <a:spcAft>
                <a:spcPts val="110"/>
              </a:spcAft>
            </a:pPr>
            <a:r>
              <a:rPr lang="en-US" sz="900" noProof="0" dirty="0">
                <a:solidFill>
                  <a:schemeClr val="tx2"/>
                </a:solidFill>
                <a:latin typeface="Arial" panose="020B0604020202020204" pitchFamily="34" charset="0"/>
              </a:rPr>
              <a:t>Keywords: funnels, phases</a:t>
            </a:r>
          </a:p>
        </p:txBody>
      </p:sp>
    </p:spTree>
    <p:extLst>
      <p:ext uri="{BB962C8B-B14F-4D97-AF65-F5344CB8AC3E}">
        <p14:creationId xmlns:p14="http://schemas.microsoft.com/office/powerpoint/2010/main" val="1220438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B7B0-CD0D-4186-BEEF-164C1AD8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29AE902F-C99F-ED88-C962-27EBB835F8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5E503E-55A7-3E9F-1564-DB2F67976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Rectangle 101">
            <a:extLst>
              <a:ext uri="{FF2B5EF4-FFF2-40B4-BE49-F238E27FC236}">
                <a16:creationId xmlns:a16="http://schemas.microsoft.com/office/drawing/2014/main" id="{52BAC14B-96F2-5692-B379-355DF63CEC0E}"/>
              </a:ext>
            </a:extLst>
          </p:cNvPr>
          <p:cNvSpPr/>
          <p:nvPr/>
        </p:nvSpPr>
        <p:spPr>
          <a:xfrm>
            <a:off x="966574" y="1618548"/>
            <a:ext cx="7628467" cy="21956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5B51C5-52B0-BE67-7E96-22D4C9B5435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84825" y="3017050"/>
            <a:ext cx="360000" cy="36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9EDB5E1-1B5C-5B38-9FFE-7EE1211D59A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084825" y="2551885"/>
            <a:ext cx="360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9CF79B-15DD-81A2-7F9D-43318A6B39C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084825" y="2074945"/>
            <a:ext cx="360000" cy="360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D101C3-72D8-045C-D912-8524D00A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590887"/>
            <a:ext cx="11302688" cy="447929"/>
          </a:xfrm>
        </p:spPr>
        <p:txBody>
          <a:bodyPr vert="horz" rIns="0"/>
          <a:lstStyle/>
          <a:p>
            <a:r>
              <a:rPr lang="en-GB"/>
              <a:t>Strategic Resolution: Achieving Structural Ambidexterity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596F1-0474-69EC-0D79-39FE65AA37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Roadmap synthesized from Heuer et al. (2022); </a:t>
            </a:r>
            <a:r>
              <a:rPr lang="en-US" err="1"/>
              <a:t>Kandaurova</a:t>
            </a:r>
            <a:r>
              <a:rPr lang="en-US"/>
              <a:t> et al. (2024); Viljoen et al. (2024); Sodano et al. (2025)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6FFA5-9865-EFC8-22E4-1A49114F0B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Empowerment with Oversight: The Benefits and (Governance) Challenges with Low-Code/No-Code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74A125C-9020-9955-0796-4874629397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14.01.2026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F5C5-207E-D94D-F577-E67FFC5203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3" name="Freihandform: Form 14">
            <a:extLst>
              <a:ext uri="{FF2B5EF4-FFF2-40B4-BE49-F238E27FC236}">
                <a16:creationId xmlns:a16="http://schemas.microsoft.com/office/drawing/2014/main" id="{3C0CB7F3-5FBF-BCF4-3B14-A5805DC84311}"/>
              </a:ext>
            </a:extLst>
          </p:cNvPr>
          <p:cNvSpPr>
            <a:spLocks/>
          </p:cNvSpPr>
          <p:nvPr/>
        </p:nvSpPr>
        <p:spPr bwMode="gray">
          <a:xfrm>
            <a:off x="9723204" y="1761893"/>
            <a:ext cx="1876136" cy="3601817"/>
          </a:xfrm>
          <a:custGeom>
            <a:avLst/>
            <a:gdLst>
              <a:gd name="connsiteX0" fmla="*/ 67851912 w 67909630"/>
              <a:gd name="connsiteY0" fmla="*/ 37389716 h 65759458"/>
              <a:gd name="connsiteX1" fmla="*/ 65997388 w 67909630"/>
              <a:gd name="connsiteY1" fmla="*/ 35234168 h 65759458"/>
              <a:gd name="connsiteX2" fmla="*/ 61720336 w 67909630"/>
              <a:gd name="connsiteY2" fmla="*/ 33890308 h 65759458"/>
              <a:gd name="connsiteX3" fmla="*/ 26255022 w 67909630"/>
              <a:gd name="connsiteY3" fmla="*/ 22786460 h 65759458"/>
              <a:gd name="connsiteX4" fmla="*/ 8240158 w 67909630"/>
              <a:gd name="connsiteY4" fmla="*/ 17145840 h 65759458"/>
              <a:gd name="connsiteX5" fmla="*/ 3801842 w 67909630"/>
              <a:gd name="connsiteY5" fmla="*/ 15757187 h 65759458"/>
              <a:gd name="connsiteX6" fmla="*/ 3337764 w 67909630"/>
              <a:gd name="connsiteY6" fmla="*/ 15612048 h 65759458"/>
              <a:gd name="connsiteX7" fmla="*/ 11377618 w 67909630"/>
              <a:gd name="connsiteY7" fmla="*/ 13325698 h 65759458"/>
              <a:gd name="connsiteX8" fmla="*/ 27795982 w 67909630"/>
              <a:gd name="connsiteY8" fmla="*/ 8658030 h 65759458"/>
              <a:gd name="connsiteX9" fmla="*/ 35409388 w 67909630"/>
              <a:gd name="connsiteY9" fmla="*/ 6491732 h 65759458"/>
              <a:gd name="connsiteX10" fmla="*/ 35954096 w 67909630"/>
              <a:gd name="connsiteY10" fmla="*/ 6258796 h 65759458"/>
              <a:gd name="connsiteX11" fmla="*/ 36133276 w 67909630"/>
              <a:gd name="connsiteY11" fmla="*/ 6113659 h 65759458"/>
              <a:gd name="connsiteX12" fmla="*/ 36242576 w 67909630"/>
              <a:gd name="connsiteY12" fmla="*/ 5972108 h 65759458"/>
              <a:gd name="connsiteX13" fmla="*/ 36333960 w 67909630"/>
              <a:gd name="connsiteY13" fmla="*/ 5703336 h 65759458"/>
              <a:gd name="connsiteX14" fmla="*/ 36290956 w 67909630"/>
              <a:gd name="connsiteY14" fmla="*/ 5364684 h 65759458"/>
              <a:gd name="connsiteX15" fmla="*/ 36165528 w 67909630"/>
              <a:gd name="connsiteY15" fmla="*/ 5163999 h 65759458"/>
              <a:gd name="connsiteX16" fmla="*/ 35964848 w 67909630"/>
              <a:gd name="connsiteY16" fmla="*/ 5006322 h 65759458"/>
              <a:gd name="connsiteX17" fmla="*/ 35803584 w 67909630"/>
              <a:gd name="connsiteY17" fmla="*/ 4929272 h 65759458"/>
              <a:gd name="connsiteX18" fmla="*/ 35660240 w 67909630"/>
              <a:gd name="connsiteY18" fmla="*/ 4879102 h 65759458"/>
              <a:gd name="connsiteX19" fmla="*/ 35520476 w 67909630"/>
              <a:gd name="connsiteY19" fmla="*/ 4841473 h 65759458"/>
              <a:gd name="connsiteX20" fmla="*/ 35389676 w 67909630"/>
              <a:gd name="connsiteY20" fmla="*/ 4812806 h 65759458"/>
              <a:gd name="connsiteX21" fmla="*/ 35275000 w 67909630"/>
              <a:gd name="connsiteY21" fmla="*/ 4791302 h 65759458"/>
              <a:gd name="connsiteX22" fmla="*/ 35149572 w 67909630"/>
              <a:gd name="connsiteY22" fmla="*/ 4769801 h 65759458"/>
              <a:gd name="connsiteX23" fmla="*/ 34918428 w 67909630"/>
              <a:gd name="connsiteY23" fmla="*/ 4732172 h 65759458"/>
              <a:gd name="connsiteX24" fmla="*/ 33088990 w 67909630"/>
              <a:gd name="connsiteY24" fmla="*/ 4427565 h 65759458"/>
              <a:gd name="connsiteX25" fmla="*/ 29534038 w 67909630"/>
              <a:gd name="connsiteY25" fmla="*/ 3836268 h 65759458"/>
              <a:gd name="connsiteX26" fmla="*/ 7308416 w 67909630"/>
              <a:gd name="connsiteY26" fmla="*/ 134386 h 65759458"/>
              <a:gd name="connsiteX27" fmla="*/ 29422946 w 67909630"/>
              <a:gd name="connsiteY27" fmla="*/ 4642582 h 65759458"/>
              <a:gd name="connsiteX28" fmla="*/ 32965354 w 67909630"/>
              <a:gd name="connsiteY28" fmla="*/ 5327055 h 65759458"/>
              <a:gd name="connsiteX29" fmla="*/ 34660408 w 67909630"/>
              <a:gd name="connsiteY29" fmla="*/ 5654956 h 65759458"/>
              <a:gd name="connsiteX30" fmla="*/ 27552294 w 67909630"/>
              <a:gd name="connsiteY30" fmla="*/ 7480812 h 65759458"/>
              <a:gd name="connsiteX31" fmla="*/ 11044341 w 67909630"/>
              <a:gd name="connsiteY31" fmla="*/ 11718443 h 65759458"/>
              <a:gd name="connsiteX32" fmla="*/ 2325390 w 67909630"/>
              <a:gd name="connsiteY32" fmla="*/ 13956416 h 65759458"/>
              <a:gd name="connsiteX33" fmla="*/ 1771721 w 67909630"/>
              <a:gd name="connsiteY33" fmla="*/ 14097968 h 65759458"/>
              <a:gd name="connsiteX34" fmla="*/ 1495782 w 67909630"/>
              <a:gd name="connsiteY34" fmla="*/ 14169642 h 65759458"/>
              <a:gd name="connsiteX35" fmla="*/ 1336311 w 67909630"/>
              <a:gd name="connsiteY35" fmla="*/ 14216228 h 65759458"/>
              <a:gd name="connsiteX36" fmla="*/ 1248511 w 67909630"/>
              <a:gd name="connsiteY36" fmla="*/ 14244898 h 65759458"/>
              <a:gd name="connsiteX37" fmla="*/ 1144587 w 67909630"/>
              <a:gd name="connsiteY37" fmla="*/ 14282524 h 65759458"/>
              <a:gd name="connsiteX38" fmla="*/ 940320 w 67909630"/>
              <a:gd name="connsiteY38" fmla="*/ 14372115 h 65759458"/>
              <a:gd name="connsiteX39" fmla="*/ 714552 w 67909630"/>
              <a:gd name="connsiteY39" fmla="*/ 14504710 h 65759458"/>
              <a:gd name="connsiteX40" fmla="*/ 422487 w 67909630"/>
              <a:gd name="connsiteY40" fmla="*/ 14777066 h 65759458"/>
              <a:gd name="connsiteX41" fmla="*/ 257640 w 67909630"/>
              <a:gd name="connsiteY41" fmla="*/ 15040462 h 65759458"/>
              <a:gd name="connsiteX42" fmla="*/ 142964 w 67909630"/>
              <a:gd name="connsiteY42" fmla="*/ 15454370 h 65759458"/>
              <a:gd name="connsiteX43" fmla="*/ 178801 w 67909630"/>
              <a:gd name="connsiteY43" fmla="*/ 15925615 h 65759458"/>
              <a:gd name="connsiteX44" fmla="*/ 322146 w 67909630"/>
              <a:gd name="connsiteY44" fmla="*/ 16267851 h 65759458"/>
              <a:gd name="connsiteX45" fmla="*/ 472658 w 67909630"/>
              <a:gd name="connsiteY45" fmla="*/ 16470327 h 65759458"/>
              <a:gd name="connsiteX46" fmla="*/ 607044 w 67909630"/>
              <a:gd name="connsiteY46" fmla="*/ 16601128 h 65759458"/>
              <a:gd name="connsiteX47" fmla="*/ 728887 w 67909630"/>
              <a:gd name="connsiteY47" fmla="*/ 16697887 h 65759458"/>
              <a:gd name="connsiteX48" fmla="*/ 841771 w 67909630"/>
              <a:gd name="connsiteY48" fmla="*/ 16774934 h 65759458"/>
              <a:gd name="connsiteX49" fmla="*/ 1040661 w 67909630"/>
              <a:gd name="connsiteY49" fmla="*/ 16884234 h 65759458"/>
              <a:gd name="connsiteX50" fmla="*/ 1223426 w 67909630"/>
              <a:gd name="connsiteY50" fmla="*/ 16966658 h 65759458"/>
              <a:gd name="connsiteX51" fmla="*/ 1397232 w 67909630"/>
              <a:gd name="connsiteY51" fmla="*/ 17031162 h 65759458"/>
              <a:gd name="connsiteX52" fmla="*/ 1676755 w 67909630"/>
              <a:gd name="connsiteY52" fmla="*/ 17127920 h 65759458"/>
              <a:gd name="connsiteX53" fmla="*/ 2223257 w 67909630"/>
              <a:gd name="connsiteY53" fmla="*/ 17314268 h 65759458"/>
              <a:gd name="connsiteX54" fmla="*/ 3318054 w 67909630"/>
              <a:gd name="connsiteY54" fmla="*/ 17688758 h 65759458"/>
              <a:gd name="connsiteX55" fmla="*/ 7725908 w 67909630"/>
              <a:gd name="connsiteY55" fmla="*/ 19193878 h 65759458"/>
              <a:gd name="connsiteX56" fmla="*/ 25624308 w 67909630"/>
              <a:gd name="connsiteY56" fmla="*/ 25302162 h 65759458"/>
              <a:gd name="connsiteX57" fmla="*/ 60858476 w 67909630"/>
              <a:gd name="connsiteY57" fmla="*/ 37328796 h 65759458"/>
              <a:gd name="connsiteX58" fmla="*/ 63770168 w 67909630"/>
              <a:gd name="connsiteY58" fmla="*/ 38323252 h 65759458"/>
              <a:gd name="connsiteX59" fmla="*/ 25706730 w 67909630"/>
              <a:gd name="connsiteY59" fmla="*/ 65737960 h 65759458"/>
              <a:gd name="connsiteX60" fmla="*/ 41415536 w 67909630"/>
              <a:gd name="connsiteY60" fmla="*/ 65737960 h 65759458"/>
              <a:gd name="connsiteX61" fmla="*/ 47670748 w 67909630"/>
              <a:gd name="connsiteY61" fmla="*/ 59473784 h 65759458"/>
              <a:gd name="connsiteX62" fmla="*/ 59063076 w 67909630"/>
              <a:gd name="connsiteY62" fmla="*/ 48061740 h 65759458"/>
              <a:gd name="connsiteX63" fmla="*/ 65282456 w 67909630"/>
              <a:gd name="connsiteY63" fmla="*/ 41831616 h 65759458"/>
              <a:gd name="connsiteX64" fmla="*/ 66882544 w 67909630"/>
              <a:gd name="connsiteY64" fmla="*/ 40229736 h 65759458"/>
              <a:gd name="connsiteX65" fmla="*/ 67590312 w 67909630"/>
              <a:gd name="connsiteY65" fmla="*/ 39238864 h 65759458"/>
              <a:gd name="connsiteX66" fmla="*/ 67667360 w 67909630"/>
              <a:gd name="connsiteY66" fmla="*/ 39065060 h 65759458"/>
              <a:gd name="connsiteX67" fmla="*/ 67739024 w 67909630"/>
              <a:gd name="connsiteY67" fmla="*/ 38867960 h 65759458"/>
              <a:gd name="connsiteX68" fmla="*/ 67801744 w 67909630"/>
              <a:gd name="connsiteY68" fmla="*/ 38661904 h 65759458"/>
              <a:gd name="connsiteX69" fmla="*/ 67850120 w 67909630"/>
              <a:gd name="connsiteY69" fmla="*/ 38428968 h 65759458"/>
              <a:gd name="connsiteX70" fmla="*/ 67894912 w 67909630"/>
              <a:gd name="connsiteY70" fmla="*/ 37927260 h 65759458"/>
              <a:gd name="connsiteX71" fmla="*/ 67851912 w 67909630"/>
              <a:gd name="connsiteY71" fmla="*/ 37389716 h 65759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67909630" h="65759458">
                <a:moveTo>
                  <a:pt x="67851912" y="37389716"/>
                </a:moveTo>
                <a:cubicBezTo>
                  <a:pt x="67552680" y="35861300"/>
                  <a:pt x="66395168" y="35373928"/>
                  <a:pt x="65997388" y="35234168"/>
                </a:cubicBezTo>
                <a:cubicBezTo>
                  <a:pt x="64585440" y="34789800"/>
                  <a:pt x="63159160" y="34343636"/>
                  <a:pt x="61720336" y="33890308"/>
                </a:cubicBezTo>
                <a:cubicBezTo>
                  <a:pt x="50401464" y="30346108"/>
                  <a:pt x="38328244" y="26567180"/>
                  <a:pt x="26255022" y="22786460"/>
                </a:cubicBezTo>
                <a:cubicBezTo>
                  <a:pt x="20218412" y="20896098"/>
                  <a:pt x="14181802" y="19007532"/>
                  <a:pt x="8240158" y="17145840"/>
                </a:cubicBezTo>
                <a:cubicBezTo>
                  <a:pt x="6754747" y="16679968"/>
                  <a:pt x="5274711" y="16217681"/>
                  <a:pt x="3801842" y="15757187"/>
                </a:cubicBezTo>
                <a:cubicBezTo>
                  <a:pt x="3647746" y="15708807"/>
                  <a:pt x="3493651" y="15660427"/>
                  <a:pt x="3337764" y="15612048"/>
                </a:cubicBezTo>
                <a:cubicBezTo>
                  <a:pt x="6052357" y="14839778"/>
                  <a:pt x="8734697" y="14078258"/>
                  <a:pt x="11377618" y="13325698"/>
                </a:cubicBezTo>
                <a:cubicBezTo>
                  <a:pt x="17071992" y="11705902"/>
                  <a:pt x="22576436" y="10141649"/>
                  <a:pt x="27795982" y="8658030"/>
                </a:cubicBezTo>
                <a:cubicBezTo>
                  <a:pt x="30408442" y="7914430"/>
                  <a:pt x="32951022" y="7190537"/>
                  <a:pt x="35409388" y="6491732"/>
                </a:cubicBezTo>
                <a:cubicBezTo>
                  <a:pt x="35581400" y="6436186"/>
                  <a:pt x="35746244" y="6386015"/>
                  <a:pt x="35954096" y="6258796"/>
                </a:cubicBezTo>
                <a:cubicBezTo>
                  <a:pt x="36013224" y="6215794"/>
                  <a:pt x="36058020" y="6192500"/>
                  <a:pt x="36133276" y="6113659"/>
                </a:cubicBezTo>
                <a:cubicBezTo>
                  <a:pt x="36163736" y="6081408"/>
                  <a:pt x="36197784" y="6047363"/>
                  <a:pt x="36242576" y="5972108"/>
                </a:cubicBezTo>
                <a:cubicBezTo>
                  <a:pt x="36278412" y="5914768"/>
                  <a:pt x="36317832" y="5834137"/>
                  <a:pt x="36333960" y="5703336"/>
                </a:cubicBezTo>
                <a:cubicBezTo>
                  <a:pt x="36353668" y="5588660"/>
                  <a:pt x="36328584" y="5472191"/>
                  <a:pt x="36290956" y="5364684"/>
                </a:cubicBezTo>
                <a:cubicBezTo>
                  <a:pt x="36253328" y="5275093"/>
                  <a:pt x="36213908" y="5226714"/>
                  <a:pt x="36165528" y="5163999"/>
                </a:cubicBezTo>
                <a:cubicBezTo>
                  <a:pt x="36093856" y="5090534"/>
                  <a:pt x="36016812" y="5033198"/>
                  <a:pt x="35964848" y="5006322"/>
                </a:cubicBezTo>
                <a:cubicBezTo>
                  <a:pt x="35903924" y="4968692"/>
                  <a:pt x="35855544" y="4950773"/>
                  <a:pt x="35803584" y="4929272"/>
                </a:cubicBezTo>
                <a:cubicBezTo>
                  <a:pt x="35751620" y="4905978"/>
                  <a:pt x="35708620" y="4895227"/>
                  <a:pt x="35660240" y="4879102"/>
                </a:cubicBezTo>
                <a:cubicBezTo>
                  <a:pt x="35613652" y="4862976"/>
                  <a:pt x="35567064" y="4852226"/>
                  <a:pt x="35520476" y="4841473"/>
                </a:cubicBezTo>
                <a:cubicBezTo>
                  <a:pt x="35473888" y="4830722"/>
                  <a:pt x="35425512" y="4818181"/>
                  <a:pt x="35389676" y="4812806"/>
                </a:cubicBezTo>
                <a:lnTo>
                  <a:pt x="35275000" y="4791302"/>
                </a:lnTo>
                <a:lnTo>
                  <a:pt x="35149572" y="4769801"/>
                </a:lnTo>
                <a:lnTo>
                  <a:pt x="34918428" y="4732172"/>
                </a:lnTo>
                <a:cubicBezTo>
                  <a:pt x="34303836" y="4630040"/>
                  <a:pt x="33692832" y="4527906"/>
                  <a:pt x="33088990" y="4427565"/>
                </a:cubicBezTo>
                <a:cubicBezTo>
                  <a:pt x="31881310" y="4226883"/>
                  <a:pt x="30695130" y="4027992"/>
                  <a:pt x="29534038" y="3836268"/>
                </a:cubicBezTo>
                <a:cubicBezTo>
                  <a:pt x="10951167" y="741810"/>
                  <a:pt x="7308416" y="134386"/>
                  <a:pt x="7308416" y="134386"/>
                </a:cubicBezTo>
                <a:cubicBezTo>
                  <a:pt x="7308416" y="134386"/>
                  <a:pt x="10906372" y="1064336"/>
                  <a:pt x="29422946" y="4642582"/>
                </a:cubicBezTo>
                <a:cubicBezTo>
                  <a:pt x="30580454" y="4866558"/>
                  <a:pt x="31761260" y="5094119"/>
                  <a:pt x="32965354" y="5327055"/>
                </a:cubicBezTo>
                <a:cubicBezTo>
                  <a:pt x="33524400" y="5434564"/>
                  <a:pt x="34090612" y="5543865"/>
                  <a:pt x="34660408" y="5654956"/>
                </a:cubicBezTo>
                <a:cubicBezTo>
                  <a:pt x="32357930" y="6246254"/>
                  <a:pt x="29987366" y="6855469"/>
                  <a:pt x="27552294" y="7480812"/>
                </a:cubicBezTo>
                <a:cubicBezTo>
                  <a:pt x="22304080" y="8828252"/>
                  <a:pt x="16769176" y="10249159"/>
                  <a:pt x="11044341" y="11718443"/>
                </a:cubicBezTo>
                <a:cubicBezTo>
                  <a:pt x="8181028" y="12453087"/>
                  <a:pt x="5271128" y="13200272"/>
                  <a:pt x="2325390" y="13956416"/>
                </a:cubicBezTo>
                <a:lnTo>
                  <a:pt x="1771721" y="14097968"/>
                </a:lnTo>
                <a:lnTo>
                  <a:pt x="1495782" y="14169642"/>
                </a:lnTo>
                <a:lnTo>
                  <a:pt x="1336311" y="14216228"/>
                </a:lnTo>
                <a:cubicBezTo>
                  <a:pt x="1318393" y="14221603"/>
                  <a:pt x="1287932" y="14230563"/>
                  <a:pt x="1248511" y="14244898"/>
                </a:cubicBezTo>
                <a:lnTo>
                  <a:pt x="1144587" y="14282524"/>
                </a:lnTo>
                <a:cubicBezTo>
                  <a:pt x="1074706" y="14305819"/>
                  <a:pt x="1008409" y="14341654"/>
                  <a:pt x="940320" y="14372115"/>
                </a:cubicBezTo>
                <a:cubicBezTo>
                  <a:pt x="874024" y="14402575"/>
                  <a:pt x="788016" y="14456330"/>
                  <a:pt x="714552" y="14504710"/>
                </a:cubicBezTo>
                <a:cubicBezTo>
                  <a:pt x="619586" y="14578175"/>
                  <a:pt x="540747" y="14631927"/>
                  <a:pt x="422487" y="14777066"/>
                </a:cubicBezTo>
                <a:cubicBezTo>
                  <a:pt x="375900" y="14829027"/>
                  <a:pt x="311394" y="14925784"/>
                  <a:pt x="257640" y="15040462"/>
                </a:cubicBezTo>
                <a:cubicBezTo>
                  <a:pt x="207470" y="15135428"/>
                  <a:pt x="160882" y="15294899"/>
                  <a:pt x="142964" y="15454370"/>
                </a:cubicBezTo>
                <a:cubicBezTo>
                  <a:pt x="121463" y="15610257"/>
                  <a:pt x="142964" y="15773312"/>
                  <a:pt x="178801" y="15925615"/>
                </a:cubicBezTo>
                <a:cubicBezTo>
                  <a:pt x="214637" y="16056419"/>
                  <a:pt x="263015" y="16160344"/>
                  <a:pt x="322146" y="16267851"/>
                </a:cubicBezTo>
                <a:cubicBezTo>
                  <a:pt x="368732" y="16343107"/>
                  <a:pt x="418904" y="16405821"/>
                  <a:pt x="472658" y="16470327"/>
                </a:cubicBezTo>
                <a:cubicBezTo>
                  <a:pt x="524620" y="16529457"/>
                  <a:pt x="560457" y="16558124"/>
                  <a:pt x="607044" y="16601128"/>
                </a:cubicBezTo>
                <a:cubicBezTo>
                  <a:pt x="653630" y="16644132"/>
                  <a:pt x="693050" y="16674593"/>
                  <a:pt x="728887" y="16697887"/>
                </a:cubicBezTo>
                <a:lnTo>
                  <a:pt x="841771" y="16774934"/>
                </a:lnTo>
                <a:cubicBezTo>
                  <a:pt x="908068" y="16814354"/>
                  <a:pt x="976157" y="16851980"/>
                  <a:pt x="1040661" y="16884234"/>
                </a:cubicBezTo>
                <a:lnTo>
                  <a:pt x="1223426" y="16966658"/>
                </a:lnTo>
                <a:lnTo>
                  <a:pt x="1397232" y="17031162"/>
                </a:lnTo>
                <a:lnTo>
                  <a:pt x="1676755" y="17127920"/>
                </a:lnTo>
                <a:lnTo>
                  <a:pt x="2223257" y="17314268"/>
                </a:lnTo>
                <a:cubicBezTo>
                  <a:pt x="2588787" y="17437904"/>
                  <a:pt x="2952524" y="17563330"/>
                  <a:pt x="3318054" y="17688758"/>
                </a:cubicBezTo>
                <a:cubicBezTo>
                  <a:pt x="4780171" y="18188672"/>
                  <a:pt x="6251247" y="18690380"/>
                  <a:pt x="7725908" y="19193878"/>
                </a:cubicBezTo>
                <a:cubicBezTo>
                  <a:pt x="13629924" y="21207874"/>
                  <a:pt x="19627116" y="23255914"/>
                  <a:pt x="25624308" y="25302162"/>
                </a:cubicBezTo>
                <a:cubicBezTo>
                  <a:pt x="37618688" y="29396450"/>
                  <a:pt x="49613068" y="33488946"/>
                  <a:pt x="60858476" y="37328796"/>
                </a:cubicBezTo>
                <a:cubicBezTo>
                  <a:pt x="61836804" y="37662076"/>
                  <a:pt x="62804380" y="37993560"/>
                  <a:pt x="63770168" y="38323252"/>
                </a:cubicBezTo>
                <a:cubicBezTo>
                  <a:pt x="63583820" y="38502436"/>
                  <a:pt x="35056400" y="59375236"/>
                  <a:pt x="25706730" y="65737960"/>
                </a:cubicBezTo>
                <a:lnTo>
                  <a:pt x="41415536" y="65737960"/>
                </a:lnTo>
                <a:cubicBezTo>
                  <a:pt x="43373984" y="63775924"/>
                  <a:pt x="45463236" y="61683092"/>
                  <a:pt x="47670748" y="59473784"/>
                </a:cubicBezTo>
                <a:cubicBezTo>
                  <a:pt x="51198824" y="55940332"/>
                  <a:pt x="55020752" y="52111236"/>
                  <a:pt x="59063076" y="48061740"/>
                </a:cubicBezTo>
                <a:cubicBezTo>
                  <a:pt x="61084240" y="46036996"/>
                  <a:pt x="63160952" y="43956708"/>
                  <a:pt x="65282456" y="41831616"/>
                </a:cubicBezTo>
                <a:cubicBezTo>
                  <a:pt x="65812832" y="41301240"/>
                  <a:pt x="66346792" y="40765492"/>
                  <a:pt x="66882544" y="40229736"/>
                </a:cubicBezTo>
                <a:cubicBezTo>
                  <a:pt x="67122648" y="39984260"/>
                  <a:pt x="67373496" y="39688612"/>
                  <a:pt x="67590312" y="39238864"/>
                </a:cubicBezTo>
                <a:lnTo>
                  <a:pt x="67667360" y="39065060"/>
                </a:lnTo>
                <a:cubicBezTo>
                  <a:pt x="67692440" y="39005932"/>
                  <a:pt x="67715736" y="38934260"/>
                  <a:pt x="67739024" y="38867960"/>
                </a:cubicBezTo>
                <a:cubicBezTo>
                  <a:pt x="67762320" y="38799876"/>
                  <a:pt x="67782032" y="38731784"/>
                  <a:pt x="67801744" y="38661904"/>
                </a:cubicBezTo>
                <a:cubicBezTo>
                  <a:pt x="67819664" y="38586648"/>
                  <a:pt x="67835784" y="38506016"/>
                  <a:pt x="67850120" y="38428968"/>
                </a:cubicBezTo>
                <a:cubicBezTo>
                  <a:pt x="67880584" y="38276664"/>
                  <a:pt x="67894912" y="38102860"/>
                  <a:pt x="67894912" y="37927260"/>
                </a:cubicBezTo>
                <a:cubicBezTo>
                  <a:pt x="67902080" y="37753452"/>
                  <a:pt x="67878792" y="37565316"/>
                  <a:pt x="67851912" y="37389716"/>
                </a:cubicBez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lIns="63826" tIns="31913" rIns="63826" bIns="31913" rtlCol="0" anchor="ctr"/>
          <a:lstStyle/>
          <a:p>
            <a:pPr defTabSz="319131"/>
            <a:endParaRPr lang="en-US" sz="1256" kern="837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646E4E-6713-5FBE-0AC5-9AF8A2853021}"/>
              </a:ext>
            </a:extLst>
          </p:cNvPr>
          <p:cNvSpPr txBox="1"/>
          <p:nvPr/>
        </p:nvSpPr>
        <p:spPr>
          <a:xfrm>
            <a:off x="446087" y="4354288"/>
            <a:ext cx="2490941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Chaos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44AA5A-EFE9-7D94-7AE4-3C97EFB02191}"/>
              </a:ext>
            </a:extLst>
          </p:cNvPr>
          <p:cNvSpPr txBox="1"/>
          <p:nvPr/>
        </p:nvSpPr>
        <p:spPr>
          <a:xfrm>
            <a:off x="2992598" y="4354288"/>
            <a:ext cx="2008817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Reactive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B191166-8397-4597-F677-0DB63CB85CAF}"/>
              </a:ext>
            </a:extLst>
          </p:cNvPr>
          <p:cNvSpPr txBox="1"/>
          <p:nvPr/>
        </p:nvSpPr>
        <p:spPr>
          <a:xfrm>
            <a:off x="5056985" y="4354288"/>
            <a:ext cx="2409893" cy="33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Managed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C9BA30-8FD3-92FE-C0CA-A038C7718616}"/>
              </a:ext>
            </a:extLst>
          </p:cNvPr>
          <p:cNvSpPr txBox="1"/>
          <p:nvPr/>
        </p:nvSpPr>
        <p:spPr>
          <a:xfrm>
            <a:off x="7522448" y="4354288"/>
            <a:ext cx="2409893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/>
              <a:t>Optimized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123EC6-9137-DFC0-1AED-550B84A49383}"/>
              </a:ext>
            </a:extLst>
          </p:cNvPr>
          <p:cNvSpPr txBox="1"/>
          <p:nvPr/>
        </p:nvSpPr>
        <p:spPr>
          <a:xfrm>
            <a:off x="446088" y="4745424"/>
            <a:ext cx="2490941" cy="9814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Shadow IT everywhere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No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</a:rPr>
              <a:t>24,018 uncontrolled flows </a:t>
            </a:r>
          </a:p>
          <a:p>
            <a:pPr>
              <a:lnSpc>
                <a:spcPct val="150000"/>
              </a:lnSpc>
            </a:pPr>
            <a:r>
              <a:rPr lang="en-US" sz="1200" i="1">
                <a:solidFill>
                  <a:schemeClr val="bg1"/>
                </a:solidFill>
              </a:rPr>
              <a:t>(Heuer et al. starting point)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967FADB-2258-B510-9508-5DE77D042C4E}"/>
              </a:ext>
            </a:extLst>
          </p:cNvPr>
          <p:cNvSpPr txBox="1"/>
          <p:nvPr/>
        </p:nvSpPr>
        <p:spPr>
          <a:xfrm>
            <a:off x="2992598" y="4745424"/>
            <a:ext cx="2008817" cy="9814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DLP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Basic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Gatekeeping</a:t>
            </a:r>
          </a:p>
          <a:p>
            <a:pPr>
              <a:lnSpc>
                <a:spcPct val="150000"/>
              </a:lnSpc>
            </a:pP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–&gt; Controlled Freedom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430DBAE-AA49-894B-31B3-EE26B8E6F71F}"/>
              </a:ext>
            </a:extLst>
          </p:cNvPr>
          <p:cNvSpPr txBox="1"/>
          <p:nvPr/>
        </p:nvSpPr>
        <p:spPr>
          <a:xfrm>
            <a:off x="5056984" y="4745423"/>
            <a:ext cx="2409894" cy="9814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Managed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Champions established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CoE founded</a:t>
            </a:r>
          </a:p>
          <a:p>
            <a:pPr>
              <a:lnSpc>
                <a:spcPct val="150000"/>
              </a:lnSpc>
            </a:pP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–&gt; Structural </a:t>
            </a:r>
            <a:r>
              <a:rPr lang="en-US" sz="1200" i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Seperation</a:t>
            </a:r>
            <a:endParaRPr lang="en-US" sz="12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3ED6F0-B479-80CE-DB86-8F79822BFB86}"/>
              </a:ext>
            </a:extLst>
          </p:cNvPr>
          <p:cNvSpPr txBox="1"/>
          <p:nvPr/>
        </p:nvSpPr>
        <p:spPr>
          <a:xfrm>
            <a:off x="7522447" y="4750704"/>
            <a:ext cx="2409894" cy="9814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Federated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Community of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Automation + AI</a:t>
            </a:r>
          </a:p>
          <a:p>
            <a:pPr>
              <a:lnSpc>
                <a:spcPct val="150000"/>
              </a:lnSpc>
            </a:pP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–&gt; Fostering Innovation</a:t>
            </a:r>
          </a:p>
        </p:txBody>
      </p:sp>
      <p:sp>
        <p:nvSpPr>
          <p:cNvPr id="86" name="Freeform 30">
            <a:extLst>
              <a:ext uri="{FF2B5EF4-FFF2-40B4-BE49-F238E27FC236}">
                <a16:creationId xmlns:a16="http://schemas.microsoft.com/office/drawing/2014/main" id="{35FC66E3-FFED-5787-A49F-E520A0AF1EBE}"/>
              </a:ext>
            </a:extLst>
          </p:cNvPr>
          <p:cNvSpPr>
            <a:spLocks/>
          </p:cNvSpPr>
          <p:nvPr/>
        </p:nvSpPr>
        <p:spPr bwMode="auto">
          <a:xfrm>
            <a:off x="11395370" y="3202382"/>
            <a:ext cx="407940" cy="665057"/>
          </a:xfrm>
          <a:custGeom>
            <a:avLst/>
            <a:gdLst>
              <a:gd name="T0" fmla="*/ 590 w 1181"/>
              <a:gd name="T1" fmla="*/ 933 h 1922"/>
              <a:gd name="T2" fmla="*/ 590 w 1181"/>
              <a:gd name="T3" fmla="*/ 933 h 1922"/>
              <a:gd name="T4" fmla="*/ 289 w 1181"/>
              <a:gd name="T5" fmla="*/ 632 h 1922"/>
              <a:gd name="T6" fmla="*/ 289 w 1181"/>
              <a:gd name="T7" fmla="*/ 632 h 1922"/>
              <a:gd name="T8" fmla="*/ 590 w 1181"/>
              <a:gd name="T9" fmla="*/ 331 h 1922"/>
              <a:gd name="T10" fmla="*/ 590 w 1181"/>
              <a:gd name="T11" fmla="*/ 331 h 1922"/>
              <a:gd name="T12" fmla="*/ 891 w 1181"/>
              <a:gd name="T13" fmla="*/ 632 h 1922"/>
              <a:gd name="T14" fmla="*/ 891 w 1181"/>
              <a:gd name="T15" fmla="*/ 632 h 1922"/>
              <a:gd name="T16" fmla="*/ 590 w 1181"/>
              <a:gd name="T17" fmla="*/ 933 h 1922"/>
              <a:gd name="T18" fmla="*/ 590 w 1181"/>
              <a:gd name="T19" fmla="*/ 0 h 1922"/>
              <a:gd name="T20" fmla="*/ 590 w 1181"/>
              <a:gd name="T21" fmla="*/ 0 h 1922"/>
              <a:gd name="T22" fmla="*/ 0 w 1181"/>
              <a:gd name="T23" fmla="*/ 589 h 1922"/>
              <a:gd name="T24" fmla="*/ 0 w 1181"/>
              <a:gd name="T25" fmla="*/ 589 h 1922"/>
              <a:gd name="T26" fmla="*/ 590 w 1181"/>
              <a:gd name="T27" fmla="*/ 1921 h 1922"/>
              <a:gd name="T28" fmla="*/ 590 w 1181"/>
              <a:gd name="T29" fmla="*/ 1921 h 1922"/>
              <a:gd name="T30" fmla="*/ 1180 w 1181"/>
              <a:gd name="T31" fmla="*/ 589 h 1922"/>
              <a:gd name="T32" fmla="*/ 1180 w 1181"/>
              <a:gd name="T33" fmla="*/ 589 h 1922"/>
              <a:gd name="T34" fmla="*/ 590 w 1181"/>
              <a:gd name="T35" fmla="*/ 0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1" h="1922">
                <a:moveTo>
                  <a:pt x="590" y="933"/>
                </a:moveTo>
                <a:lnTo>
                  <a:pt x="590" y="933"/>
                </a:lnTo>
                <a:cubicBezTo>
                  <a:pt x="424" y="933"/>
                  <a:pt x="289" y="798"/>
                  <a:pt x="289" y="632"/>
                </a:cubicBezTo>
                <a:lnTo>
                  <a:pt x="289" y="632"/>
                </a:lnTo>
                <a:cubicBezTo>
                  <a:pt x="289" y="466"/>
                  <a:pt x="424" y="331"/>
                  <a:pt x="590" y="331"/>
                </a:cubicBezTo>
                <a:lnTo>
                  <a:pt x="590" y="331"/>
                </a:lnTo>
                <a:cubicBezTo>
                  <a:pt x="756" y="331"/>
                  <a:pt x="891" y="466"/>
                  <a:pt x="891" y="632"/>
                </a:cubicBezTo>
                <a:lnTo>
                  <a:pt x="891" y="632"/>
                </a:lnTo>
                <a:cubicBezTo>
                  <a:pt x="891" y="798"/>
                  <a:pt x="756" y="933"/>
                  <a:pt x="590" y="933"/>
                </a:cubicBezTo>
                <a:close/>
                <a:moveTo>
                  <a:pt x="590" y="0"/>
                </a:moveTo>
                <a:lnTo>
                  <a:pt x="590" y="0"/>
                </a:lnTo>
                <a:cubicBezTo>
                  <a:pt x="265" y="0"/>
                  <a:pt x="0" y="263"/>
                  <a:pt x="0" y="589"/>
                </a:cubicBezTo>
                <a:lnTo>
                  <a:pt x="0" y="589"/>
                </a:lnTo>
                <a:cubicBezTo>
                  <a:pt x="0" y="915"/>
                  <a:pt x="590" y="1921"/>
                  <a:pt x="590" y="1921"/>
                </a:cubicBezTo>
                <a:lnTo>
                  <a:pt x="590" y="1921"/>
                </a:lnTo>
                <a:cubicBezTo>
                  <a:pt x="590" y="1921"/>
                  <a:pt x="1180" y="915"/>
                  <a:pt x="1180" y="589"/>
                </a:cubicBezTo>
                <a:lnTo>
                  <a:pt x="1180" y="589"/>
                </a:lnTo>
                <a:cubicBezTo>
                  <a:pt x="1180" y="263"/>
                  <a:pt x="915" y="0"/>
                  <a:pt x="59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lIns="75527" tIns="37764" rIns="75527" bIns="37764" anchor="ctr"/>
          <a:lstStyle/>
          <a:p>
            <a:pPr defTabSz="377638"/>
            <a:endParaRPr lang="en-US" sz="2697" kern="991"/>
          </a:p>
        </p:txBody>
      </p:sp>
      <p:sp>
        <p:nvSpPr>
          <p:cNvPr id="87" name="Freeform 31">
            <a:extLst>
              <a:ext uri="{FF2B5EF4-FFF2-40B4-BE49-F238E27FC236}">
                <a16:creationId xmlns:a16="http://schemas.microsoft.com/office/drawing/2014/main" id="{0EDA8E72-0993-A9A7-9AE3-54CDE5C195FC}"/>
              </a:ext>
            </a:extLst>
          </p:cNvPr>
          <p:cNvSpPr>
            <a:spLocks/>
          </p:cNvSpPr>
          <p:nvPr/>
        </p:nvSpPr>
        <p:spPr bwMode="auto">
          <a:xfrm>
            <a:off x="10578519" y="1555414"/>
            <a:ext cx="299049" cy="488800"/>
          </a:xfrm>
          <a:custGeom>
            <a:avLst/>
            <a:gdLst>
              <a:gd name="T0" fmla="*/ 589 w 1180"/>
              <a:gd name="T1" fmla="*/ 932 h 1922"/>
              <a:gd name="T2" fmla="*/ 589 w 1180"/>
              <a:gd name="T3" fmla="*/ 932 h 1922"/>
              <a:gd name="T4" fmla="*/ 288 w 1180"/>
              <a:gd name="T5" fmla="*/ 631 h 1922"/>
              <a:gd name="T6" fmla="*/ 288 w 1180"/>
              <a:gd name="T7" fmla="*/ 631 h 1922"/>
              <a:gd name="T8" fmla="*/ 589 w 1180"/>
              <a:gd name="T9" fmla="*/ 332 h 1922"/>
              <a:gd name="T10" fmla="*/ 589 w 1180"/>
              <a:gd name="T11" fmla="*/ 332 h 1922"/>
              <a:gd name="T12" fmla="*/ 890 w 1180"/>
              <a:gd name="T13" fmla="*/ 631 h 1922"/>
              <a:gd name="T14" fmla="*/ 890 w 1180"/>
              <a:gd name="T15" fmla="*/ 631 h 1922"/>
              <a:gd name="T16" fmla="*/ 589 w 1180"/>
              <a:gd name="T17" fmla="*/ 932 h 1922"/>
              <a:gd name="T18" fmla="*/ 589 w 1180"/>
              <a:gd name="T19" fmla="*/ 0 h 1922"/>
              <a:gd name="T20" fmla="*/ 589 w 1180"/>
              <a:gd name="T21" fmla="*/ 0 h 1922"/>
              <a:gd name="T22" fmla="*/ 0 w 1180"/>
              <a:gd name="T23" fmla="*/ 589 h 1922"/>
              <a:gd name="T24" fmla="*/ 0 w 1180"/>
              <a:gd name="T25" fmla="*/ 589 h 1922"/>
              <a:gd name="T26" fmla="*/ 589 w 1180"/>
              <a:gd name="T27" fmla="*/ 1921 h 1922"/>
              <a:gd name="T28" fmla="*/ 589 w 1180"/>
              <a:gd name="T29" fmla="*/ 1921 h 1922"/>
              <a:gd name="T30" fmla="*/ 1179 w 1180"/>
              <a:gd name="T31" fmla="*/ 589 h 1922"/>
              <a:gd name="T32" fmla="*/ 1179 w 1180"/>
              <a:gd name="T33" fmla="*/ 589 h 1922"/>
              <a:gd name="T34" fmla="*/ 589 w 1180"/>
              <a:gd name="T35" fmla="*/ 0 h 19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0" h="1922">
                <a:moveTo>
                  <a:pt x="589" y="932"/>
                </a:moveTo>
                <a:lnTo>
                  <a:pt x="589" y="932"/>
                </a:lnTo>
                <a:cubicBezTo>
                  <a:pt x="423" y="932"/>
                  <a:pt x="288" y="797"/>
                  <a:pt x="288" y="631"/>
                </a:cubicBezTo>
                <a:lnTo>
                  <a:pt x="288" y="631"/>
                </a:lnTo>
                <a:cubicBezTo>
                  <a:pt x="288" y="466"/>
                  <a:pt x="423" y="332"/>
                  <a:pt x="589" y="332"/>
                </a:cubicBezTo>
                <a:lnTo>
                  <a:pt x="589" y="332"/>
                </a:lnTo>
                <a:cubicBezTo>
                  <a:pt x="756" y="332"/>
                  <a:pt x="890" y="466"/>
                  <a:pt x="890" y="631"/>
                </a:cubicBezTo>
                <a:lnTo>
                  <a:pt x="890" y="631"/>
                </a:lnTo>
                <a:cubicBezTo>
                  <a:pt x="890" y="797"/>
                  <a:pt x="756" y="932"/>
                  <a:pt x="589" y="932"/>
                </a:cubicBezTo>
                <a:close/>
                <a:moveTo>
                  <a:pt x="589" y="0"/>
                </a:moveTo>
                <a:lnTo>
                  <a:pt x="589" y="0"/>
                </a:lnTo>
                <a:cubicBezTo>
                  <a:pt x="264" y="0"/>
                  <a:pt x="0" y="264"/>
                  <a:pt x="0" y="589"/>
                </a:cubicBezTo>
                <a:lnTo>
                  <a:pt x="0" y="589"/>
                </a:lnTo>
                <a:cubicBezTo>
                  <a:pt x="0" y="914"/>
                  <a:pt x="589" y="1921"/>
                  <a:pt x="589" y="1921"/>
                </a:cubicBezTo>
                <a:lnTo>
                  <a:pt x="589" y="1921"/>
                </a:lnTo>
                <a:cubicBezTo>
                  <a:pt x="589" y="1921"/>
                  <a:pt x="1179" y="914"/>
                  <a:pt x="1179" y="589"/>
                </a:cubicBezTo>
                <a:lnTo>
                  <a:pt x="1179" y="589"/>
                </a:lnTo>
                <a:cubicBezTo>
                  <a:pt x="1179" y="264"/>
                  <a:pt x="915" y="0"/>
                  <a:pt x="58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lIns="55461" tIns="27732" rIns="55461" bIns="27732" anchor="ctr"/>
          <a:lstStyle/>
          <a:p>
            <a:pPr defTabSz="277311"/>
            <a:endParaRPr lang="en-US" sz="1980" kern="729"/>
          </a:p>
        </p:txBody>
      </p:sp>
      <p:sp>
        <p:nvSpPr>
          <p:cNvPr id="88" name="Freeform 32">
            <a:extLst>
              <a:ext uri="{FF2B5EF4-FFF2-40B4-BE49-F238E27FC236}">
                <a16:creationId xmlns:a16="http://schemas.microsoft.com/office/drawing/2014/main" id="{3AA65230-F2BA-D3CB-8FAA-56E64FBE00B5}"/>
              </a:ext>
            </a:extLst>
          </p:cNvPr>
          <p:cNvSpPr>
            <a:spLocks/>
          </p:cNvSpPr>
          <p:nvPr/>
        </p:nvSpPr>
        <p:spPr bwMode="auto">
          <a:xfrm>
            <a:off x="9585985" y="2124100"/>
            <a:ext cx="346358" cy="566221"/>
          </a:xfrm>
          <a:custGeom>
            <a:avLst/>
            <a:gdLst>
              <a:gd name="T0" fmla="*/ 590 w 1181"/>
              <a:gd name="T1" fmla="*/ 934 h 1923"/>
              <a:gd name="T2" fmla="*/ 590 w 1181"/>
              <a:gd name="T3" fmla="*/ 934 h 1923"/>
              <a:gd name="T4" fmla="*/ 289 w 1181"/>
              <a:gd name="T5" fmla="*/ 633 h 1923"/>
              <a:gd name="T6" fmla="*/ 289 w 1181"/>
              <a:gd name="T7" fmla="*/ 633 h 1923"/>
              <a:gd name="T8" fmla="*/ 590 w 1181"/>
              <a:gd name="T9" fmla="*/ 332 h 1923"/>
              <a:gd name="T10" fmla="*/ 590 w 1181"/>
              <a:gd name="T11" fmla="*/ 332 h 1923"/>
              <a:gd name="T12" fmla="*/ 891 w 1181"/>
              <a:gd name="T13" fmla="*/ 633 h 1923"/>
              <a:gd name="T14" fmla="*/ 891 w 1181"/>
              <a:gd name="T15" fmla="*/ 633 h 1923"/>
              <a:gd name="T16" fmla="*/ 590 w 1181"/>
              <a:gd name="T17" fmla="*/ 934 h 1923"/>
              <a:gd name="T18" fmla="*/ 590 w 1181"/>
              <a:gd name="T19" fmla="*/ 0 h 1923"/>
              <a:gd name="T20" fmla="*/ 590 w 1181"/>
              <a:gd name="T21" fmla="*/ 0 h 1923"/>
              <a:gd name="T22" fmla="*/ 0 w 1181"/>
              <a:gd name="T23" fmla="*/ 590 h 1923"/>
              <a:gd name="T24" fmla="*/ 0 w 1181"/>
              <a:gd name="T25" fmla="*/ 590 h 1923"/>
              <a:gd name="T26" fmla="*/ 590 w 1181"/>
              <a:gd name="T27" fmla="*/ 1922 h 1923"/>
              <a:gd name="T28" fmla="*/ 590 w 1181"/>
              <a:gd name="T29" fmla="*/ 1922 h 1923"/>
              <a:gd name="T30" fmla="*/ 1180 w 1181"/>
              <a:gd name="T31" fmla="*/ 590 h 1923"/>
              <a:gd name="T32" fmla="*/ 1180 w 1181"/>
              <a:gd name="T33" fmla="*/ 590 h 1923"/>
              <a:gd name="T34" fmla="*/ 590 w 1181"/>
              <a:gd name="T35" fmla="*/ 0 h 1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1" h="1923">
                <a:moveTo>
                  <a:pt x="590" y="934"/>
                </a:moveTo>
                <a:lnTo>
                  <a:pt x="590" y="934"/>
                </a:lnTo>
                <a:cubicBezTo>
                  <a:pt x="424" y="934"/>
                  <a:pt x="289" y="799"/>
                  <a:pt x="289" y="633"/>
                </a:cubicBezTo>
                <a:lnTo>
                  <a:pt x="289" y="633"/>
                </a:lnTo>
                <a:cubicBezTo>
                  <a:pt x="289" y="467"/>
                  <a:pt x="424" y="332"/>
                  <a:pt x="590" y="332"/>
                </a:cubicBezTo>
                <a:lnTo>
                  <a:pt x="590" y="332"/>
                </a:lnTo>
                <a:cubicBezTo>
                  <a:pt x="756" y="332"/>
                  <a:pt x="891" y="467"/>
                  <a:pt x="891" y="633"/>
                </a:cubicBezTo>
                <a:lnTo>
                  <a:pt x="891" y="633"/>
                </a:lnTo>
                <a:cubicBezTo>
                  <a:pt x="891" y="799"/>
                  <a:pt x="756" y="934"/>
                  <a:pt x="590" y="934"/>
                </a:cubicBezTo>
                <a:close/>
                <a:moveTo>
                  <a:pt x="590" y="0"/>
                </a:moveTo>
                <a:lnTo>
                  <a:pt x="590" y="0"/>
                </a:lnTo>
                <a:cubicBezTo>
                  <a:pt x="265" y="0"/>
                  <a:pt x="0" y="265"/>
                  <a:pt x="0" y="590"/>
                </a:cubicBezTo>
                <a:lnTo>
                  <a:pt x="0" y="590"/>
                </a:lnTo>
                <a:cubicBezTo>
                  <a:pt x="0" y="915"/>
                  <a:pt x="590" y="1922"/>
                  <a:pt x="590" y="1922"/>
                </a:cubicBezTo>
                <a:lnTo>
                  <a:pt x="590" y="1922"/>
                </a:lnTo>
                <a:cubicBezTo>
                  <a:pt x="590" y="1922"/>
                  <a:pt x="1180" y="915"/>
                  <a:pt x="1180" y="590"/>
                </a:cubicBezTo>
                <a:lnTo>
                  <a:pt x="1180" y="590"/>
                </a:lnTo>
                <a:cubicBezTo>
                  <a:pt x="1180" y="265"/>
                  <a:pt x="915" y="0"/>
                  <a:pt x="5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lIns="64175" tIns="32087" rIns="64175" bIns="32087" anchor="ctr"/>
          <a:lstStyle/>
          <a:p>
            <a:pPr defTabSz="320873"/>
            <a:endParaRPr lang="en-US" sz="2292" kern="842"/>
          </a:p>
        </p:txBody>
      </p:sp>
      <p:sp>
        <p:nvSpPr>
          <p:cNvPr id="89" name="Freeform 32">
            <a:extLst>
              <a:ext uri="{FF2B5EF4-FFF2-40B4-BE49-F238E27FC236}">
                <a16:creationId xmlns:a16="http://schemas.microsoft.com/office/drawing/2014/main" id="{06EE6781-A285-0675-858E-168DEF46F870}"/>
              </a:ext>
            </a:extLst>
          </p:cNvPr>
          <p:cNvSpPr>
            <a:spLocks/>
          </p:cNvSpPr>
          <p:nvPr/>
        </p:nvSpPr>
        <p:spPr bwMode="auto">
          <a:xfrm>
            <a:off x="9827552" y="1356442"/>
            <a:ext cx="250213" cy="409575"/>
          </a:xfrm>
          <a:custGeom>
            <a:avLst/>
            <a:gdLst>
              <a:gd name="T0" fmla="*/ 590 w 1181"/>
              <a:gd name="T1" fmla="*/ 934 h 1923"/>
              <a:gd name="T2" fmla="*/ 590 w 1181"/>
              <a:gd name="T3" fmla="*/ 934 h 1923"/>
              <a:gd name="T4" fmla="*/ 289 w 1181"/>
              <a:gd name="T5" fmla="*/ 633 h 1923"/>
              <a:gd name="T6" fmla="*/ 289 w 1181"/>
              <a:gd name="T7" fmla="*/ 633 h 1923"/>
              <a:gd name="T8" fmla="*/ 590 w 1181"/>
              <a:gd name="T9" fmla="*/ 332 h 1923"/>
              <a:gd name="T10" fmla="*/ 590 w 1181"/>
              <a:gd name="T11" fmla="*/ 332 h 1923"/>
              <a:gd name="T12" fmla="*/ 891 w 1181"/>
              <a:gd name="T13" fmla="*/ 633 h 1923"/>
              <a:gd name="T14" fmla="*/ 891 w 1181"/>
              <a:gd name="T15" fmla="*/ 633 h 1923"/>
              <a:gd name="T16" fmla="*/ 590 w 1181"/>
              <a:gd name="T17" fmla="*/ 934 h 1923"/>
              <a:gd name="T18" fmla="*/ 590 w 1181"/>
              <a:gd name="T19" fmla="*/ 0 h 1923"/>
              <a:gd name="T20" fmla="*/ 590 w 1181"/>
              <a:gd name="T21" fmla="*/ 0 h 1923"/>
              <a:gd name="T22" fmla="*/ 0 w 1181"/>
              <a:gd name="T23" fmla="*/ 590 h 1923"/>
              <a:gd name="T24" fmla="*/ 0 w 1181"/>
              <a:gd name="T25" fmla="*/ 590 h 1923"/>
              <a:gd name="T26" fmla="*/ 590 w 1181"/>
              <a:gd name="T27" fmla="*/ 1922 h 1923"/>
              <a:gd name="T28" fmla="*/ 590 w 1181"/>
              <a:gd name="T29" fmla="*/ 1922 h 1923"/>
              <a:gd name="T30" fmla="*/ 1180 w 1181"/>
              <a:gd name="T31" fmla="*/ 590 h 1923"/>
              <a:gd name="T32" fmla="*/ 1180 w 1181"/>
              <a:gd name="T33" fmla="*/ 590 h 1923"/>
              <a:gd name="T34" fmla="*/ 590 w 1181"/>
              <a:gd name="T35" fmla="*/ 0 h 19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81" h="1923">
                <a:moveTo>
                  <a:pt x="590" y="934"/>
                </a:moveTo>
                <a:lnTo>
                  <a:pt x="590" y="934"/>
                </a:lnTo>
                <a:cubicBezTo>
                  <a:pt x="424" y="934"/>
                  <a:pt x="289" y="799"/>
                  <a:pt x="289" y="633"/>
                </a:cubicBezTo>
                <a:lnTo>
                  <a:pt x="289" y="633"/>
                </a:lnTo>
                <a:cubicBezTo>
                  <a:pt x="289" y="467"/>
                  <a:pt x="424" y="332"/>
                  <a:pt x="590" y="332"/>
                </a:cubicBezTo>
                <a:lnTo>
                  <a:pt x="590" y="332"/>
                </a:lnTo>
                <a:cubicBezTo>
                  <a:pt x="756" y="332"/>
                  <a:pt x="891" y="467"/>
                  <a:pt x="891" y="633"/>
                </a:cubicBezTo>
                <a:lnTo>
                  <a:pt x="891" y="633"/>
                </a:lnTo>
                <a:cubicBezTo>
                  <a:pt x="891" y="799"/>
                  <a:pt x="756" y="934"/>
                  <a:pt x="590" y="934"/>
                </a:cubicBezTo>
                <a:close/>
                <a:moveTo>
                  <a:pt x="590" y="0"/>
                </a:moveTo>
                <a:lnTo>
                  <a:pt x="590" y="0"/>
                </a:lnTo>
                <a:cubicBezTo>
                  <a:pt x="265" y="0"/>
                  <a:pt x="0" y="265"/>
                  <a:pt x="0" y="590"/>
                </a:cubicBezTo>
                <a:lnTo>
                  <a:pt x="0" y="590"/>
                </a:lnTo>
                <a:cubicBezTo>
                  <a:pt x="0" y="915"/>
                  <a:pt x="590" y="1922"/>
                  <a:pt x="590" y="1922"/>
                </a:cubicBezTo>
                <a:lnTo>
                  <a:pt x="590" y="1922"/>
                </a:lnTo>
                <a:cubicBezTo>
                  <a:pt x="590" y="1922"/>
                  <a:pt x="1180" y="915"/>
                  <a:pt x="1180" y="590"/>
                </a:cubicBezTo>
                <a:lnTo>
                  <a:pt x="1180" y="590"/>
                </a:lnTo>
                <a:cubicBezTo>
                  <a:pt x="1180" y="265"/>
                  <a:pt x="915" y="0"/>
                  <a:pt x="59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lIns="46604" tIns="23303" rIns="46604" bIns="23303" anchor="ctr"/>
          <a:lstStyle/>
          <a:p>
            <a:pPr defTabSz="233020"/>
            <a:endParaRPr lang="en-US" sz="1664" kern="61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7D1E99-6713-3FDE-9378-4562B7EAE7D6}"/>
              </a:ext>
            </a:extLst>
          </p:cNvPr>
          <p:cNvSpPr/>
          <p:nvPr/>
        </p:nvSpPr>
        <p:spPr>
          <a:xfrm>
            <a:off x="4031419" y="1963035"/>
            <a:ext cx="1332000" cy="13320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A47E96-61F4-CEDA-9C4A-C66C1EA41E7F}"/>
              </a:ext>
            </a:extLst>
          </p:cNvPr>
          <p:cNvSpPr/>
          <p:nvPr/>
        </p:nvSpPr>
        <p:spPr>
          <a:xfrm>
            <a:off x="4247419" y="2395035"/>
            <a:ext cx="900000" cy="90000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51B2DD-2B6E-5BF3-FA2F-A87B0114DC08}"/>
              </a:ext>
            </a:extLst>
          </p:cNvPr>
          <p:cNvSpPr txBox="1"/>
          <p:nvPr/>
        </p:nvSpPr>
        <p:spPr>
          <a:xfrm>
            <a:off x="4185790" y="2112938"/>
            <a:ext cx="10232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Central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8EB6E-6062-5B03-9034-94F5C59BB96F}"/>
              </a:ext>
            </a:extLst>
          </p:cNvPr>
          <p:cNvSpPr txBox="1"/>
          <p:nvPr/>
        </p:nvSpPr>
        <p:spPr>
          <a:xfrm>
            <a:off x="4390775" y="2580915"/>
            <a:ext cx="613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CoE</a:t>
            </a:r>
          </a:p>
          <a:p>
            <a:pPr algn="ctr"/>
            <a:r>
              <a:rPr lang="en-US" sz="1400" b="1">
                <a:solidFill>
                  <a:schemeClr val="bg1"/>
                </a:solidFill>
              </a:rPr>
              <a:t>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28AA64-25F1-8F08-9CD5-E634317C9F76}"/>
              </a:ext>
            </a:extLst>
          </p:cNvPr>
          <p:cNvSpPr/>
          <p:nvPr/>
        </p:nvSpPr>
        <p:spPr>
          <a:xfrm>
            <a:off x="7157582" y="2254945"/>
            <a:ext cx="1332000" cy="7352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Spoke 1</a:t>
            </a:r>
          </a:p>
          <a:p>
            <a:pPr algn="ctr"/>
            <a:r>
              <a:rPr lang="en-US" sz="1600" b="1" i="1">
                <a:solidFill>
                  <a:schemeClr val="tx1"/>
                </a:solidFill>
              </a:rPr>
              <a:t>HR</a:t>
            </a:r>
            <a:endParaRPr lang="en-US" b="1" i="1">
              <a:solidFill>
                <a:schemeClr val="tx1"/>
              </a:solidFill>
            </a:endParaRPr>
          </a:p>
        </p:txBody>
      </p:sp>
      <p:grpSp>
        <p:nvGrpSpPr>
          <p:cNvPr id="30" name="Pic">
            <a:extLst>
              <a:ext uri="{FF2B5EF4-FFF2-40B4-BE49-F238E27FC236}">
                <a16:creationId xmlns:a16="http://schemas.microsoft.com/office/drawing/2014/main" id="{DD7008A5-3AA9-62D6-BFE8-C97D0796DD5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1176900" y="2130507"/>
            <a:ext cx="182562" cy="248709"/>
            <a:chOff x="638704" y="1906058"/>
            <a:chExt cx="182562" cy="248709"/>
          </a:xfrm>
          <a:solidFill>
            <a:srgbClr val="000000"/>
          </a:solidFill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DE598C5-EECA-0EE5-65EA-30B7FE6CE0C1}"/>
                </a:ext>
              </a:extLst>
            </p:cNvPr>
            <p:cNvSpPr/>
            <p:nvPr/>
          </p:nvSpPr>
          <p:spPr>
            <a:xfrm>
              <a:off x="638704" y="2021417"/>
              <a:ext cx="182562" cy="133350"/>
            </a:xfrm>
            <a:custGeom>
              <a:avLst/>
              <a:gdLst>
                <a:gd name="csX0" fmla="*/ 0 w 182562"/>
                <a:gd name="csY0" fmla="*/ 125413 h 133350"/>
                <a:gd name="csX1" fmla="*/ 7938 w 182562"/>
                <a:gd name="csY1" fmla="*/ 133350 h 133350"/>
                <a:gd name="csX2" fmla="*/ 174625 w 182562"/>
                <a:gd name="csY2" fmla="*/ 133350 h 133350"/>
                <a:gd name="csX3" fmla="*/ 182563 w 182562"/>
                <a:gd name="csY3" fmla="*/ 125413 h 133350"/>
                <a:gd name="csX4" fmla="*/ 182563 w 182562"/>
                <a:gd name="csY4" fmla="*/ 61913 h 133350"/>
                <a:gd name="csX5" fmla="*/ 120650 w 182562"/>
                <a:gd name="csY5" fmla="*/ 0 h 133350"/>
                <a:gd name="csX6" fmla="*/ 61913 w 182562"/>
                <a:gd name="csY6" fmla="*/ 0 h 133350"/>
                <a:gd name="csX7" fmla="*/ 0 w 182562"/>
                <a:gd name="csY7" fmla="*/ 61913 h 133350"/>
                <a:gd name="csX8" fmla="*/ 15875 w 182562"/>
                <a:gd name="csY8" fmla="*/ 61913 h 133350"/>
                <a:gd name="csX9" fmla="*/ 61913 w 182562"/>
                <a:gd name="csY9" fmla="*/ 15875 h 133350"/>
                <a:gd name="csX10" fmla="*/ 121179 w 182562"/>
                <a:gd name="csY10" fmla="*/ 15875 h 133350"/>
                <a:gd name="csX11" fmla="*/ 167217 w 182562"/>
                <a:gd name="csY11" fmla="*/ 61913 h 133350"/>
                <a:gd name="csX12" fmla="*/ 167217 w 182562"/>
                <a:gd name="csY12" fmla="*/ 117475 h 133350"/>
                <a:gd name="csX13" fmla="*/ 143933 w 182562"/>
                <a:gd name="csY13" fmla="*/ 117475 h 133350"/>
                <a:gd name="csX14" fmla="*/ 143933 w 182562"/>
                <a:gd name="csY14" fmla="*/ 64558 h 133350"/>
                <a:gd name="csX15" fmla="*/ 128058 w 182562"/>
                <a:gd name="csY15" fmla="*/ 64558 h 133350"/>
                <a:gd name="csX16" fmla="*/ 128058 w 182562"/>
                <a:gd name="csY16" fmla="*/ 117475 h 133350"/>
                <a:gd name="csX17" fmla="*/ 55033 w 182562"/>
                <a:gd name="csY17" fmla="*/ 117475 h 133350"/>
                <a:gd name="csX18" fmla="*/ 55033 w 182562"/>
                <a:gd name="csY18" fmla="*/ 64558 h 133350"/>
                <a:gd name="csX19" fmla="*/ 39158 w 182562"/>
                <a:gd name="csY19" fmla="*/ 64558 h 133350"/>
                <a:gd name="csX20" fmla="*/ 39158 w 182562"/>
                <a:gd name="csY20" fmla="*/ 117475 h 133350"/>
                <a:gd name="csX21" fmla="*/ 15875 w 182562"/>
                <a:gd name="csY21" fmla="*/ 117475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82562" h="133350">
                  <a:moveTo>
                    <a:pt x="0" y="125413"/>
                  </a:moveTo>
                  <a:cubicBezTo>
                    <a:pt x="0" y="129646"/>
                    <a:pt x="3704" y="133350"/>
                    <a:pt x="7938" y="133350"/>
                  </a:cubicBezTo>
                  <a:lnTo>
                    <a:pt x="174625" y="133350"/>
                  </a:lnTo>
                  <a:cubicBezTo>
                    <a:pt x="178858" y="133350"/>
                    <a:pt x="182563" y="129646"/>
                    <a:pt x="182563" y="125413"/>
                  </a:cubicBezTo>
                  <a:lnTo>
                    <a:pt x="182563" y="61913"/>
                  </a:lnTo>
                  <a:cubicBezTo>
                    <a:pt x="182563" y="28046"/>
                    <a:pt x="155046" y="0"/>
                    <a:pt x="120650" y="0"/>
                  </a:cubicBezTo>
                  <a:lnTo>
                    <a:pt x="61913" y="0"/>
                  </a:lnTo>
                  <a:cubicBezTo>
                    <a:pt x="28046" y="0"/>
                    <a:pt x="0" y="28046"/>
                    <a:pt x="0" y="61913"/>
                  </a:cubicBezTo>
                  <a:close/>
                  <a:moveTo>
                    <a:pt x="15875" y="61913"/>
                  </a:moveTo>
                  <a:cubicBezTo>
                    <a:pt x="15875" y="36513"/>
                    <a:pt x="36513" y="15875"/>
                    <a:pt x="61913" y="15875"/>
                  </a:cubicBezTo>
                  <a:lnTo>
                    <a:pt x="121179" y="15875"/>
                  </a:lnTo>
                  <a:cubicBezTo>
                    <a:pt x="146579" y="15875"/>
                    <a:pt x="167217" y="36513"/>
                    <a:pt x="167217" y="61913"/>
                  </a:cubicBezTo>
                  <a:lnTo>
                    <a:pt x="167217" y="117475"/>
                  </a:lnTo>
                  <a:lnTo>
                    <a:pt x="143933" y="117475"/>
                  </a:lnTo>
                  <a:lnTo>
                    <a:pt x="143933" y="64558"/>
                  </a:lnTo>
                  <a:lnTo>
                    <a:pt x="128058" y="64558"/>
                  </a:lnTo>
                  <a:lnTo>
                    <a:pt x="128058" y="117475"/>
                  </a:lnTo>
                  <a:lnTo>
                    <a:pt x="55033" y="117475"/>
                  </a:lnTo>
                  <a:lnTo>
                    <a:pt x="55033" y="64558"/>
                  </a:lnTo>
                  <a:lnTo>
                    <a:pt x="39158" y="64558"/>
                  </a:lnTo>
                  <a:lnTo>
                    <a:pt x="39158" y="117475"/>
                  </a:lnTo>
                  <a:lnTo>
                    <a:pt x="15875" y="117475"/>
                  </a:ln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921A4FF-8B11-3658-ACD8-34C8A343FEDE}"/>
                </a:ext>
              </a:extLst>
            </p:cNvPr>
            <p:cNvSpPr/>
            <p:nvPr/>
          </p:nvSpPr>
          <p:spPr>
            <a:xfrm>
              <a:off x="681037" y="1906058"/>
              <a:ext cx="98424" cy="98425"/>
            </a:xfrm>
            <a:custGeom>
              <a:avLst/>
              <a:gdLst>
                <a:gd name="csX0" fmla="*/ 0 w 98424"/>
                <a:gd name="csY0" fmla="*/ 49213 h 98425"/>
                <a:gd name="csX1" fmla="*/ 49213 w 98424"/>
                <a:gd name="csY1" fmla="*/ 98425 h 98425"/>
                <a:gd name="csX2" fmla="*/ 98425 w 98424"/>
                <a:gd name="csY2" fmla="*/ 49213 h 98425"/>
                <a:gd name="csX3" fmla="*/ 49213 w 98424"/>
                <a:gd name="csY3" fmla="*/ 0 h 98425"/>
                <a:gd name="csX4" fmla="*/ 0 w 98424"/>
                <a:gd name="csY4" fmla="*/ 49213 h 98425"/>
                <a:gd name="csX5" fmla="*/ 82550 w 98424"/>
                <a:gd name="csY5" fmla="*/ 49213 h 98425"/>
                <a:gd name="csX6" fmla="*/ 49213 w 98424"/>
                <a:gd name="csY6" fmla="*/ 82550 h 98425"/>
                <a:gd name="csX7" fmla="*/ 15875 w 98424"/>
                <a:gd name="csY7" fmla="*/ 49213 h 98425"/>
                <a:gd name="csX8" fmla="*/ 49213 w 98424"/>
                <a:gd name="csY8" fmla="*/ 15875 h 98425"/>
                <a:gd name="csX9" fmla="*/ 82550 w 98424"/>
                <a:gd name="csY9" fmla="*/ 49213 h 98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8424" h="98425">
                  <a:moveTo>
                    <a:pt x="0" y="49213"/>
                  </a:moveTo>
                  <a:cubicBezTo>
                    <a:pt x="0" y="76200"/>
                    <a:pt x="22225" y="98425"/>
                    <a:pt x="49213" y="98425"/>
                  </a:cubicBezTo>
                  <a:cubicBezTo>
                    <a:pt x="76200" y="98425"/>
                    <a:pt x="98425" y="76200"/>
                    <a:pt x="98425" y="49213"/>
                  </a:cubicBezTo>
                  <a:cubicBezTo>
                    <a:pt x="98425" y="22225"/>
                    <a:pt x="76200" y="0"/>
                    <a:pt x="49213" y="0"/>
                  </a:cubicBezTo>
                  <a:cubicBezTo>
                    <a:pt x="22225" y="0"/>
                    <a:pt x="0" y="22225"/>
                    <a:pt x="0" y="49213"/>
                  </a:cubicBezTo>
                  <a:close/>
                  <a:moveTo>
                    <a:pt x="82550" y="49213"/>
                  </a:moveTo>
                  <a:cubicBezTo>
                    <a:pt x="82550" y="67733"/>
                    <a:pt x="67733" y="82550"/>
                    <a:pt x="49213" y="82550"/>
                  </a:cubicBezTo>
                  <a:cubicBezTo>
                    <a:pt x="30692" y="82550"/>
                    <a:pt x="15875" y="67733"/>
                    <a:pt x="15875" y="49213"/>
                  </a:cubicBezTo>
                  <a:cubicBezTo>
                    <a:pt x="15875" y="30692"/>
                    <a:pt x="30692" y="15875"/>
                    <a:pt x="49213" y="15875"/>
                  </a:cubicBezTo>
                  <a:cubicBezTo>
                    <a:pt x="67733" y="15875"/>
                    <a:pt x="82550" y="30692"/>
                    <a:pt x="82550" y="49213"/>
                  </a:cubicBez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Pic">
            <a:extLst>
              <a:ext uri="{FF2B5EF4-FFF2-40B4-BE49-F238E27FC236}">
                <a16:creationId xmlns:a16="http://schemas.microsoft.com/office/drawing/2014/main" id="{E95165DC-EFDA-CA6F-C893-609DBC707944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142204" y="3096872"/>
            <a:ext cx="254000" cy="197012"/>
            <a:chOff x="598491" y="2854027"/>
            <a:chExt cx="254000" cy="197012"/>
          </a:xfrm>
          <a:solidFill>
            <a:srgbClr val="000000"/>
          </a:solidFill>
        </p:grpSpPr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9629AAA-E34E-E3C8-1955-AE461D4F50CB}"/>
                </a:ext>
              </a:extLst>
            </p:cNvPr>
            <p:cNvSpPr/>
            <p:nvPr/>
          </p:nvSpPr>
          <p:spPr>
            <a:xfrm>
              <a:off x="620413" y="2854027"/>
              <a:ext cx="210162" cy="140027"/>
            </a:xfrm>
            <a:custGeom>
              <a:avLst/>
              <a:gdLst>
                <a:gd name="csX0" fmla="*/ 0 w 210162"/>
                <a:gd name="csY0" fmla="*/ 13291 h 140027"/>
                <a:gd name="csX1" fmla="*/ 13291 w 210162"/>
                <a:gd name="csY1" fmla="*/ 0 h 140027"/>
                <a:gd name="csX2" fmla="*/ 196872 w 210162"/>
                <a:gd name="csY2" fmla="*/ 0 h 140027"/>
                <a:gd name="csX3" fmla="*/ 210162 w 210162"/>
                <a:gd name="csY3" fmla="*/ 13291 h 140027"/>
                <a:gd name="csX4" fmla="*/ 210162 w 210162"/>
                <a:gd name="csY4" fmla="*/ 134121 h 140027"/>
                <a:gd name="csX5" fmla="*/ 204256 w 210162"/>
                <a:gd name="csY5" fmla="*/ 140028 h 140027"/>
                <a:gd name="csX6" fmla="*/ 5907 w 210162"/>
                <a:gd name="csY6" fmla="*/ 140028 h 140027"/>
                <a:gd name="csX7" fmla="*/ 0 w 210162"/>
                <a:gd name="csY7" fmla="*/ 134121 h 140027"/>
                <a:gd name="csX8" fmla="*/ 13291 w 210162"/>
                <a:gd name="csY8" fmla="*/ 11814 h 140027"/>
                <a:gd name="csX9" fmla="*/ 11814 w 210162"/>
                <a:gd name="csY9" fmla="*/ 13291 h 140027"/>
                <a:gd name="csX10" fmla="*/ 11814 w 210162"/>
                <a:gd name="csY10" fmla="*/ 128214 h 140027"/>
                <a:gd name="csX11" fmla="*/ 198349 w 210162"/>
                <a:gd name="csY11" fmla="*/ 128214 h 140027"/>
                <a:gd name="csX12" fmla="*/ 198349 w 210162"/>
                <a:gd name="csY12" fmla="*/ 13291 h 140027"/>
                <a:gd name="csX13" fmla="*/ 196872 w 210162"/>
                <a:gd name="csY13" fmla="*/ 11814 h 140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0162" h="140027">
                  <a:moveTo>
                    <a:pt x="0" y="13291"/>
                  </a:moveTo>
                  <a:cubicBezTo>
                    <a:pt x="0" y="5950"/>
                    <a:pt x="5950" y="0"/>
                    <a:pt x="13291" y="0"/>
                  </a:cubicBezTo>
                  <a:lnTo>
                    <a:pt x="196872" y="0"/>
                  </a:lnTo>
                  <a:cubicBezTo>
                    <a:pt x="204212" y="0"/>
                    <a:pt x="210162" y="5950"/>
                    <a:pt x="210162" y="13291"/>
                  </a:cubicBezTo>
                  <a:lnTo>
                    <a:pt x="210162" y="134121"/>
                  </a:lnTo>
                  <a:cubicBezTo>
                    <a:pt x="210162" y="137383"/>
                    <a:pt x="207518" y="140028"/>
                    <a:pt x="204256" y="140028"/>
                  </a:cubicBezTo>
                  <a:lnTo>
                    <a:pt x="5907" y="140028"/>
                  </a:lnTo>
                  <a:cubicBezTo>
                    <a:pt x="2645" y="140028"/>
                    <a:pt x="0" y="137383"/>
                    <a:pt x="0" y="134121"/>
                  </a:cubicBezTo>
                  <a:close/>
                  <a:moveTo>
                    <a:pt x="13291" y="11814"/>
                  </a:moveTo>
                  <a:cubicBezTo>
                    <a:pt x="12475" y="11814"/>
                    <a:pt x="11814" y="12475"/>
                    <a:pt x="11814" y="13291"/>
                  </a:cubicBezTo>
                  <a:lnTo>
                    <a:pt x="11814" y="128214"/>
                  </a:lnTo>
                  <a:lnTo>
                    <a:pt x="198349" y="128214"/>
                  </a:lnTo>
                  <a:lnTo>
                    <a:pt x="198349" y="13291"/>
                  </a:lnTo>
                  <a:cubicBezTo>
                    <a:pt x="198349" y="12475"/>
                    <a:pt x="197687" y="11814"/>
                    <a:pt x="196872" y="11814"/>
                  </a:cubicBez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B4CA874-0DE2-74E3-54B9-67446DD5AFEE}"/>
                </a:ext>
              </a:extLst>
            </p:cNvPr>
            <p:cNvSpPr/>
            <p:nvPr/>
          </p:nvSpPr>
          <p:spPr>
            <a:xfrm>
              <a:off x="598491" y="3022788"/>
              <a:ext cx="253996" cy="28251"/>
            </a:xfrm>
            <a:custGeom>
              <a:avLst/>
              <a:gdLst>
                <a:gd name="csX0" fmla="*/ 0 w 253996"/>
                <a:gd name="csY0" fmla="*/ 5907 h 28251"/>
                <a:gd name="csX1" fmla="*/ 5907 w 253996"/>
                <a:gd name="csY1" fmla="*/ 0 h 28251"/>
                <a:gd name="csX2" fmla="*/ 248089 w 253996"/>
                <a:gd name="csY2" fmla="*/ 0 h 28251"/>
                <a:gd name="csX3" fmla="*/ 253996 w 253996"/>
                <a:gd name="csY3" fmla="*/ 5907 h 28251"/>
                <a:gd name="csX4" fmla="*/ 253996 w 253996"/>
                <a:gd name="csY4" fmla="*/ 14961 h 28251"/>
                <a:gd name="csX5" fmla="*/ 240706 w 253996"/>
                <a:gd name="csY5" fmla="*/ 28252 h 28251"/>
                <a:gd name="csX6" fmla="*/ 13290 w 253996"/>
                <a:gd name="csY6" fmla="*/ 28252 h 28251"/>
                <a:gd name="csX7" fmla="*/ 0 w 253996"/>
                <a:gd name="csY7" fmla="*/ 14961 h 28251"/>
                <a:gd name="csX8" fmla="*/ 11814 w 253996"/>
                <a:gd name="csY8" fmla="*/ 11813 h 28251"/>
                <a:gd name="csX9" fmla="*/ 11814 w 253996"/>
                <a:gd name="csY9" fmla="*/ 14961 h 28251"/>
                <a:gd name="csX10" fmla="*/ 13290 w 253996"/>
                <a:gd name="csY10" fmla="*/ 16438 h 28251"/>
                <a:gd name="csX11" fmla="*/ 240706 w 253996"/>
                <a:gd name="csY11" fmla="*/ 16438 h 28251"/>
                <a:gd name="csX12" fmla="*/ 242182 w 253996"/>
                <a:gd name="csY12" fmla="*/ 14961 h 28251"/>
                <a:gd name="csX13" fmla="*/ 242182 w 253996"/>
                <a:gd name="csY13" fmla="*/ 11813 h 28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3996" h="28251">
                  <a:moveTo>
                    <a:pt x="0" y="5907"/>
                  </a:moveTo>
                  <a:cubicBezTo>
                    <a:pt x="0" y="2645"/>
                    <a:pt x="2645" y="0"/>
                    <a:pt x="5907" y="0"/>
                  </a:cubicBezTo>
                  <a:lnTo>
                    <a:pt x="248089" y="0"/>
                  </a:lnTo>
                  <a:cubicBezTo>
                    <a:pt x="251351" y="0"/>
                    <a:pt x="253996" y="2645"/>
                    <a:pt x="253996" y="5907"/>
                  </a:cubicBezTo>
                  <a:lnTo>
                    <a:pt x="253996" y="14961"/>
                  </a:lnTo>
                  <a:cubicBezTo>
                    <a:pt x="253996" y="22301"/>
                    <a:pt x="248046" y="28252"/>
                    <a:pt x="240706" y="28252"/>
                  </a:cubicBezTo>
                  <a:lnTo>
                    <a:pt x="13290" y="28252"/>
                  </a:lnTo>
                  <a:cubicBezTo>
                    <a:pt x="5950" y="28252"/>
                    <a:pt x="0" y="22301"/>
                    <a:pt x="0" y="14961"/>
                  </a:cubicBezTo>
                  <a:close/>
                  <a:moveTo>
                    <a:pt x="11814" y="11813"/>
                  </a:moveTo>
                  <a:lnTo>
                    <a:pt x="11814" y="14961"/>
                  </a:lnTo>
                  <a:cubicBezTo>
                    <a:pt x="11814" y="15776"/>
                    <a:pt x="12475" y="16438"/>
                    <a:pt x="13290" y="16438"/>
                  </a:cubicBezTo>
                  <a:lnTo>
                    <a:pt x="240706" y="16438"/>
                  </a:lnTo>
                  <a:cubicBezTo>
                    <a:pt x="241521" y="16438"/>
                    <a:pt x="242182" y="15776"/>
                    <a:pt x="242182" y="14961"/>
                  </a:cubicBezTo>
                  <a:lnTo>
                    <a:pt x="242182" y="11813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F0C751C-A78E-E084-8E0E-EF2D6397AFF1}"/>
                </a:ext>
              </a:extLst>
            </p:cNvPr>
            <p:cNvSpPr/>
            <p:nvPr/>
          </p:nvSpPr>
          <p:spPr>
            <a:xfrm>
              <a:off x="598495" y="2982017"/>
              <a:ext cx="253996" cy="52360"/>
            </a:xfrm>
            <a:custGeom>
              <a:avLst/>
              <a:gdLst>
                <a:gd name="csX0" fmla="*/ 22628 w 253996"/>
                <a:gd name="csY0" fmla="*/ 3098 h 52360"/>
                <a:gd name="csX1" fmla="*/ 27824 w 253996"/>
                <a:gd name="csY1" fmla="*/ 0 h 52360"/>
                <a:gd name="csX2" fmla="*/ 226172 w 253996"/>
                <a:gd name="csY2" fmla="*/ 0 h 52360"/>
                <a:gd name="csX3" fmla="*/ 231368 w 253996"/>
                <a:gd name="csY3" fmla="*/ 3098 h 52360"/>
                <a:gd name="csX4" fmla="*/ 253286 w 253996"/>
                <a:gd name="csY4" fmla="*/ 43644 h 52360"/>
                <a:gd name="csX5" fmla="*/ 253163 w 253996"/>
                <a:gd name="csY5" fmla="*/ 49478 h 52360"/>
                <a:gd name="csX6" fmla="*/ 248089 w 253996"/>
                <a:gd name="csY6" fmla="*/ 52360 h 52360"/>
                <a:gd name="csX7" fmla="*/ 5907 w 253996"/>
                <a:gd name="csY7" fmla="*/ 52360 h 52360"/>
                <a:gd name="csX8" fmla="*/ 833 w 253996"/>
                <a:gd name="csY8" fmla="*/ 49478 h 52360"/>
                <a:gd name="csX9" fmla="*/ 711 w 253996"/>
                <a:gd name="csY9" fmla="*/ 43644 h 52360"/>
                <a:gd name="csX10" fmla="*/ 31346 w 253996"/>
                <a:gd name="csY10" fmla="*/ 11814 h 52360"/>
                <a:gd name="csX11" fmla="*/ 15814 w 253996"/>
                <a:gd name="csY11" fmla="*/ 40546 h 52360"/>
                <a:gd name="csX12" fmla="*/ 91352 w 253996"/>
                <a:gd name="csY12" fmla="*/ 40546 h 52360"/>
                <a:gd name="csX13" fmla="*/ 95584 w 253996"/>
                <a:gd name="csY13" fmla="*/ 26157 h 52360"/>
                <a:gd name="csX14" fmla="*/ 101251 w 253996"/>
                <a:gd name="csY14" fmla="*/ 21917 h 52360"/>
                <a:gd name="csX15" fmla="*/ 153851 w 253996"/>
                <a:gd name="csY15" fmla="*/ 21917 h 52360"/>
                <a:gd name="csX16" fmla="*/ 159518 w 253996"/>
                <a:gd name="csY16" fmla="*/ 26157 h 52360"/>
                <a:gd name="csX17" fmla="*/ 163750 w 253996"/>
                <a:gd name="csY17" fmla="*/ 40546 h 52360"/>
                <a:gd name="csX18" fmla="*/ 238182 w 253996"/>
                <a:gd name="csY18" fmla="*/ 40546 h 52360"/>
                <a:gd name="csX19" fmla="*/ 222651 w 253996"/>
                <a:gd name="csY19" fmla="*/ 11814 h 52360"/>
                <a:gd name="csX20" fmla="*/ 151436 w 253996"/>
                <a:gd name="csY20" fmla="*/ 40546 h 52360"/>
                <a:gd name="csX21" fmla="*/ 149432 w 253996"/>
                <a:gd name="csY21" fmla="*/ 33731 h 52360"/>
                <a:gd name="csX22" fmla="*/ 105671 w 253996"/>
                <a:gd name="csY22" fmla="*/ 33731 h 52360"/>
                <a:gd name="csX23" fmla="*/ 103666 w 253996"/>
                <a:gd name="csY23" fmla="*/ 40546 h 52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53996" h="52360">
                  <a:moveTo>
                    <a:pt x="22628" y="3098"/>
                  </a:moveTo>
                  <a:cubicBezTo>
                    <a:pt x="23659" y="1190"/>
                    <a:pt x="25654" y="0"/>
                    <a:pt x="27824" y="0"/>
                  </a:cubicBezTo>
                  <a:lnTo>
                    <a:pt x="226172" y="0"/>
                  </a:lnTo>
                  <a:cubicBezTo>
                    <a:pt x="228342" y="0"/>
                    <a:pt x="230337" y="1190"/>
                    <a:pt x="231368" y="3098"/>
                  </a:cubicBezTo>
                  <a:lnTo>
                    <a:pt x="253286" y="43644"/>
                  </a:lnTo>
                  <a:cubicBezTo>
                    <a:pt x="254275" y="45475"/>
                    <a:pt x="254228" y="47691"/>
                    <a:pt x="253163" y="49478"/>
                  </a:cubicBezTo>
                  <a:cubicBezTo>
                    <a:pt x="252097" y="51265"/>
                    <a:pt x="250170" y="52360"/>
                    <a:pt x="248089" y="52360"/>
                  </a:cubicBezTo>
                  <a:lnTo>
                    <a:pt x="5907" y="52360"/>
                  </a:lnTo>
                  <a:cubicBezTo>
                    <a:pt x="3826" y="52360"/>
                    <a:pt x="1899" y="51265"/>
                    <a:pt x="833" y="49478"/>
                  </a:cubicBezTo>
                  <a:cubicBezTo>
                    <a:pt x="-232" y="47691"/>
                    <a:pt x="-279" y="45475"/>
                    <a:pt x="711" y="43644"/>
                  </a:cubicBezTo>
                  <a:close/>
                  <a:moveTo>
                    <a:pt x="31346" y="11814"/>
                  </a:moveTo>
                  <a:lnTo>
                    <a:pt x="15814" y="40546"/>
                  </a:lnTo>
                  <a:lnTo>
                    <a:pt x="91352" y="40546"/>
                  </a:lnTo>
                  <a:lnTo>
                    <a:pt x="95584" y="26157"/>
                  </a:lnTo>
                  <a:cubicBezTo>
                    <a:pt x="96323" y="23643"/>
                    <a:pt x="98631" y="21917"/>
                    <a:pt x="101251" y="21917"/>
                  </a:cubicBezTo>
                  <a:lnTo>
                    <a:pt x="153851" y="21917"/>
                  </a:lnTo>
                  <a:cubicBezTo>
                    <a:pt x="156472" y="21917"/>
                    <a:pt x="158779" y="23643"/>
                    <a:pt x="159518" y="26157"/>
                  </a:cubicBezTo>
                  <a:lnTo>
                    <a:pt x="163750" y="40546"/>
                  </a:lnTo>
                  <a:lnTo>
                    <a:pt x="238182" y="40546"/>
                  </a:lnTo>
                  <a:lnTo>
                    <a:pt x="222651" y="11814"/>
                  </a:lnTo>
                  <a:close/>
                  <a:moveTo>
                    <a:pt x="151436" y="40546"/>
                  </a:moveTo>
                  <a:lnTo>
                    <a:pt x="149432" y="33731"/>
                  </a:lnTo>
                  <a:lnTo>
                    <a:pt x="105671" y="33731"/>
                  </a:lnTo>
                  <a:lnTo>
                    <a:pt x="103666" y="40546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5F0BCF-8ACE-37C8-B3B4-16E16FB491B0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141975" y="2599510"/>
            <a:ext cx="253999" cy="242022"/>
            <a:chOff x="598488" y="2387238"/>
            <a:chExt cx="253999" cy="242022"/>
          </a:xfrm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D6EF9E6-140F-0D74-71C8-AB969A183DFF}"/>
                </a:ext>
              </a:extLst>
            </p:cNvPr>
            <p:cNvSpPr/>
            <p:nvPr/>
          </p:nvSpPr>
          <p:spPr>
            <a:xfrm>
              <a:off x="598488" y="2387239"/>
              <a:ext cx="253999" cy="242021"/>
            </a:xfrm>
            <a:custGeom>
              <a:avLst/>
              <a:gdLst>
                <a:gd name="csX0" fmla="*/ 131260 w 253999"/>
                <a:gd name="csY0" fmla="*/ 2842 h 242021"/>
                <a:gd name="csX1" fmla="*/ 164213 w 253999"/>
                <a:gd name="csY1" fmla="*/ 82071 h 242021"/>
                <a:gd name="csX2" fmla="*/ 249748 w 253999"/>
                <a:gd name="csY2" fmla="*/ 88928 h 242021"/>
                <a:gd name="csX3" fmla="*/ 252380 w 253999"/>
                <a:gd name="csY3" fmla="*/ 97031 h 242021"/>
                <a:gd name="csX4" fmla="*/ 187213 w 253999"/>
                <a:gd name="csY4" fmla="*/ 152855 h 242021"/>
                <a:gd name="csX5" fmla="*/ 207123 w 253999"/>
                <a:gd name="csY5" fmla="*/ 236322 h 242021"/>
                <a:gd name="csX6" fmla="*/ 200230 w 253999"/>
                <a:gd name="csY6" fmla="*/ 241331 h 242021"/>
                <a:gd name="csX7" fmla="*/ 127000 w 253999"/>
                <a:gd name="csY7" fmla="*/ 196602 h 242021"/>
                <a:gd name="csX8" fmla="*/ 53770 w 253999"/>
                <a:gd name="csY8" fmla="*/ 241331 h 242021"/>
                <a:gd name="csX9" fmla="*/ 46877 w 253999"/>
                <a:gd name="csY9" fmla="*/ 236323 h 242021"/>
                <a:gd name="csX10" fmla="*/ 66787 w 253999"/>
                <a:gd name="csY10" fmla="*/ 152856 h 242021"/>
                <a:gd name="csX11" fmla="*/ 1619 w 253999"/>
                <a:gd name="csY11" fmla="*/ 97031 h 242021"/>
                <a:gd name="csX12" fmla="*/ 4252 w 253999"/>
                <a:gd name="csY12" fmla="*/ 88928 h 242021"/>
                <a:gd name="csX13" fmla="*/ 89786 w 253999"/>
                <a:gd name="csY13" fmla="*/ 82071 h 242021"/>
                <a:gd name="csX14" fmla="*/ 122739 w 253999"/>
                <a:gd name="csY14" fmla="*/ 2842 h 242021"/>
                <a:gd name="csX15" fmla="*/ 131260 w 253999"/>
                <a:gd name="csY15" fmla="*/ 2842 h 2420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3999" h="242021">
                  <a:moveTo>
                    <a:pt x="131260" y="2842"/>
                  </a:moveTo>
                  <a:lnTo>
                    <a:pt x="164213" y="82071"/>
                  </a:lnTo>
                  <a:lnTo>
                    <a:pt x="249748" y="88928"/>
                  </a:lnTo>
                  <a:cubicBezTo>
                    <a:pt x="253838" y="89256"/>
                    <a:pt x="255497" y="94362"/>
                    <a:pt x="252380" y="97031"/>
                  </a:cubicBezTo>
                  <a:lnTo>
                    <a:pt x="187213" y="152855"/>
                  </a:lnTo>
                  <a:lnTo>
                    <a:pt x="207123" y="236322"/>
                  </a:lnTo>
                  <a:cubicBezTo>
                    <a:pt x="208075" y="240315"/>
                    <a:pt x="203732" y="243470"/>
                    <a:pt x="200230" y="241331"/>
                  </a:cubicBezTo>
                  <a:lnTo>
                    <a:pt x="127000" y="196602"/>
                  </a:lnTo>
                  <a:lnTo>
                    <a:pt x="53770" y="241331"/>
                  </a:lnTo>
                  <a:cubicBezTo>
                    <a:pt x="50268" y="243470"/>
                    <a:pt x="45925" y="240315"/>
                    <a:pt x="46877" y="236323"/>
                  </a:cubicBezTo>
                  <a:lnTo>
                    <a:pt x="66787" y="152856"/>
                  </a:lnTo>
                  <a:lnTo>
                    <a:pt x="1619" y="97031"/>
                  </a:lnTo>
                  <a:cubicBezTo>
                    <a:pt x="-1498" y="94361"/>
                    <a:pt x="161" y="89256"/>
                    <a:pt x="4252" y="88928"/>
                  </a:cubicBezTo>
                  <a:lnTo>
                    <a:pt x="89786" y="82071"/>
                  </a:lnTo>
                  <a:lnTo>
                    <a:pt x="122739" y="2842"/>
                  </a:lnTo>
                  <a:cubicBezTo>
                    <a:pt x="124316" y="-947"/>
                    <a:pt x="129683" y="-947"/>
                    <a:pt x="131260" y="2842"/>
                  </a:cubicBezTo>
                  <a:close/>
                </a:path>
              </a:pathLst>
            </a:custGeom>
            <a:solidFill>
              <a:srgbClr val="FFDC64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Pic">
              <a:extLst>
                <a:ext uri="{FF2B5EF4-FFF2-40B4-BE49-F238E27FC236}">
                  <a16:creationId xmlns:a16="http://schemas.microsoft.com/office/drawing/2014/main" id="{6DE14C6E-9C78-AAD0-CCA9-C7F5A2A30564}"/>
                </a:ext>
              </a:extLst>
            </p:cNvPr>
            <p:cNvGrpSpPr/>
            <p:nvPr/>
          </p:nvGrpSpPr>
          <p:grpSpPr>
            <a:xfrm>
              <a:off x="598488" y="2387238"/>
              <a:ext cx="206386" cy="242021"/>
              <a:chOff x="598488" y="2387238"/>
              <a:chExt cx="206386" cy="242021"/>
            </a:xfrm>
            <a:solidFill>
              <a:srgbClr val="FFC850"/>
            </a:solidFill>
          </p:grpSpPr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2A26119-02BE-8CDF-AA52-A972FCC684D6}"/>
                  </a:ext>
                </a:extLst>
              </p:cNvPr>
              <p:cNvSpPr/>
              <p:nvPr/>
            </p:nvSpPr>
            <p:spPr>
              <a:xfrm>
                <a:off x="598488" y="2387238"/>
                <a:ext cx="133919" cy="242021"/>
              </a:xfrm>
              <a:custGeom>
                <a:avLst/>
                <a:gdLst>
                  <a:gd name="csX0" fmla="*/ 85923 w 133919"/>
                  <a:gd name="csY0" fmla="*/ 156783 h 242021"/>
                  <a:gd name="csX1" fmla="*/ 81447 w 133919"/>
                  <a:gd name="csY1" fmla="*/ 142650 h 242021"/>
                  <a:gd name="csX2" fmla="*/ 38083 w 133919"/>
                  <a:gd name="csY2" fmla="*/ 106199 h 242021"/>
                  <a:gd name="csX3" fmla="*/ 40064 w 133919"/>
                  <a:gd name="csY3" fmla="*/ 99102 h 242021"/>
                  <a:gd name="csX4" fmla="*/ 95578 w 133919"/>
                  <a:gd name="csY4" fmla="*/ 93920 h 242021"/>
                  <a:gd name="csX5" fmla="*/ 107349 w 133919"/>
                  <a:gd name="csY5" fmla="*/ 84734 h 242021"/>
                  <a:gd name="csX6" fmla="*/ 133920 w 133919"/>
                  <a:gd name="csY6" fmla="*/ 9238 h 242021"/>
                  <a:gd name="csX7" fmla="*/ 131260 w 133919"/>
                  <a:gd name="csY7" fmla="*/ 2842 h 242021"/>
                  <a:gd name="csX8" fmla="*/ 122739 w 133919"/>
                  <a:gd name="csY8" fmla="*/ 2842 h 242021"/>
                  <a:gd name="csX9" fmla="*/ 89786 w 133919"/>
                  <a:gd name="csY9" fmla="*/ 82071 h 242021"/>
                  <a:gd name="csX10" fmla="*/ 4252 w 133919"/>
                  <a:gd name="csY10" fmla="*/ 88929 h 242021"/>
                  <a:gd name="csX11" fmla="*/ 1619 w 133919"/>
                  <a:gd name="csY11" fmla="*/ 97032 h 242021"/>
                  <a:gd name="csX12" fmla="*/ 66787 w 133919"/>
                  <a:gd name="csY12" fmla="*/ 152856 h 242021"/>
                  <a:gd name="csX13" fmla="*/ 46878 w 133919"/>
                  <a:gd name="csY13" fmla="*/ 236322 h 242021"/>
                  <a:gd name="csX14" fmla="*/ 53771 w 133919"/>
                  <a:gd name="csY14" fmla="*/ 241331 h 242021"/>
                  <a:gd name="csX15" fmla="*/ 65464 w 133919"/>
                  <a:gd name="csY15" fmla="*/ 234188 h 242021"/>
                  <a:gd name="csX16" fmla="*/ 85923 w 133919"/>
                  <a:gd name="csY16" fmla="*/ 156783 h 242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33919" h="242021">
                    <a:moveTo>
                      <a:pt x="85923" y="156783"/>
                    </a:moveTo>
                    <a:cubicBezTo>
                      <a:pt x="87292" y="151603"/>
                      <a:pt x="85548" y="146098"/>
                      <a:pt x="81447" y="142650"/>
                    </a:cubicBezTo>
                    <a:lnTo>
                      <a:pt x="38083" y="106199"/>
                    </a:lnTo>
                    <a:cubicBezTo>
                      <a:pt x="35739" y="103861"/>
                      <a:pt x="36987" y="99389"/>
                      <a:pt x="40064" y="99102"/>
                    </a:cubicBezTo>
                    <a:lnTo>
                      <a:pt x="95578" y="93920"/>
                    </a:lnTo>
                    <a:cubicBezTo>
                      <a:pt x="100959" y="93418"/>
                      <a:pt x="105555" y="89831"/>
                      <a:pt x="107349" y="84734"/>
                    </a:cubicBezTo>
                    <a:lnTo>
                      <a:pt x="133920" y="9238"/>
                    </a:lnTo>
                    <a:lnTo>
                      <a:pt x="131260" y="2842"/>
                    </a:lnTo>
                    <a:cubicBezTo>
                      <a:pt x="129684" y="-947"/>
                      <a:pt x="124315" y="-947"/>
                      <a:pt x="122739" y="2842"/>
                    </a:cubicBezTo>
                    <a:lnTo>
                      <a:pt x="89786" y="82071"/>
                    </a:lnTo>
                    <a:lnTo>
                      <a:pt x="4252" y="88929"/>
                    </a:lnTo>
                    <a:cubicBezTo>
                      <a:pt x="161" y="89257"/>
                      <a:pt x="-1498" y="94362"/>
                      <a:pt x="1619" y="97032"/>
                    </a:cubicBezTo>
                    <a:lnTo>
                      <a:pt x="66787" y="152856"/>
                    </a:lnTo>
                    <a:lnTo>
                      <a:pt x="46878" y="236322"/>
                    </a:lnTo>
                    <a:cubicBezTo>
                      <a:pt x="45926" y="240315"/>
                      <a:pt x="50269" y="243470"/>
                      <a:pt x="53771" y="241331"/>
                    </a:cubicBezTo>
                    <a:lnTo>
                      <a:pt x="65464" y="234188"/>
                    </a:lnTo>
                    <a:lnTo>
                      <a:pt x="85923" y="156783"/>
                    </a:lnTo>
                    <a:close/>
                  </a:path>
                </a:pathLst>
              </a:custGeom>
              <a:solidFill>
                <a:srgbClr val="FFC850"/>
              </a:solidFill>
              <a:ln w="48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CB333409-B816-D23C-B5F5-6157D4D0A73B}"/>
                  </a:ext>
                </a:extLst>
              </p:cNvPr>
              <p:cNvSpPr/>
              <p:nvPr/>
            </p:nvSpPr>
            <p:spPr>
              <a:xfrm>
                <a:off x="725488" y="2580982"/>
                <a:ext cx="79386" cy="48274"/>
              </a:xfrm>
              <a:custGeom>
                <a:avLst/>
                <a:gdLst>
                  <a:gd name="csX0" fmla="*/ 79386 w 79386"/>
                  <a:gd name="csY0" fmla="*/ 46303 h 48274"/>
                  <a:gd name="csX1" fmla="*/ 39885 w 79386"/>
                  <a:gd name="csY1" fmla="*/ 9948 h 48274"/>
                  <a:gd name="csX2" fmla="*/ 0 w 79386"/>
                  <a:gd name="csY2" fmla="*/ 2859 h 48274"/>
                  <a:gd name="csX3" fmla="*/ 0 w 79386"/>
                  <a:gd name="csY3" fmla="*/ 2859 h 48274"/>
                  <a:gd name="csX4" fmla="*/ 73229 w 79386"/>
                  <a:gd name="csY4" fmla="*/ 47587 h 48274"/>
                  <a:gd name="csX5" fmla="*/ 79386 w 79386"/>
                  <a:gd name="csY5" fmla="*/ 46303 h 48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9386" h="48274">
                    <a:moveTo>
                      <a:pt x="79386" y="46303"/>
                    </a:moveTo>
                    <a:lnTo>
                      <a:pt x="39885" y="9948"/>
                    </a:lnTo>
                    <a:cubicBezTo>
                      <a:pt x="29103" y="24"/>
                      <a:pt x="13542" y="-2742"/>
                      <a:pt x="0" y="2859"/>
                    </a:cubicBezTo>
                    <a:lnTo>
                      <a:pt x="0" y="2859"/>
                    </a:lnTo>
                    <a:lnTo>
                      <a:pt x="73229" y="47587"/>
                    </a:lnTo>
                    <a:cubicBezTo>
                      <a:pt x="75487" y="48966"/>
                      <a:pt x="78074" y="48131"/>
                      <a:pt x="79386" y="46303"/>
                    </a:cubicBezTo>
                    <a:close/>
                  </a:path>
                </a:pathLst>
              </a:custGeom>
              <a:solidFill>
                <a:srgbClr val="FFC850"/>
              </a:solidFill>
              <a:ln w="48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9BEBA21-B4C1-578C-044E-F91663639A0F}"/>
              </a:ext>
            </a:extLst>
          </p:cNvPr>
          <p:cNvSpPr txBox="1"/>
          <p:nvPr/>
        </p:nvSpPr>
        <p:spPr>
          <a:xfrm>
            <a:off x="1399223" y="2118036"/>
            <a:ext cx="1393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Citizen Developer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16AFB2-0A0D-7DB4-43E4-DC6A92596155}"/>
              </a:ext>
            </a:extLst>
          </p:cNvPr>
          <p:cNvSpPr txBox="1"/>
          <p:nvPr/>
        </p:nvSpPr>
        <p:spPr>
          <a:xfrm>
            <a:off x="1399223" y="2584352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LC - Champion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2B5156-39F3-002B-97B8-DC394829943E}"/>
              </a:ext>
            </a:extLst>
          </p:cNvPr>
          <p:cNvSpPr txBox="1"/>
          <p:nvPr/>
        </p:nvSpPr>
        <p:spPr>
          <a:xfrm>
            <a:off x="1402428" y="3034366"/>
            <a:ext cx="1208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Professional IT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92822CD-F0EE-6D53-154B-8D0D3CAE688A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>
          <a:xfrm flipV="1">
            <a:off x="5363419" y="2622550"/>
            <a:ext cx="1794163" cy="64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Pic">
            <a:extLst>
              <a:ext uri="{FF2B5EF4-FFF2-40B4-BE49-F238E27FC236}">
                <a16:creationId xmlns:a16="http://schemas.microsoft.com/office/drawing/2014/main" id="{15A17193-B79C-888F-AFE5-D8A978414FF6}"/>
              </a:ext>
            </a:extLst>
          </p:cNvPr>
          <p:cNvGrpSpPr/>
          <p:nvPr/>
        </p:nvGrpSpPr>
        <p:grpSpPr>
          <a:xfrm>
            <a:off x="7482909" y="3044493"/>
            <a:ext cx="182562" cy="248708"/>
            <a:chOff x="638704" y="1906058"/>
            <a:chExt cx="182562" cy="248708"/>
          </a:xfrm>
          <a:solidFill>
            <a:srgbClr val="000000"/>
          </a:solidFill>
        </p:grpSpPr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A9D4059-15EB-B490-ACD7-9141925514D7}"/>
                </a:ext>
              </a:extLst>
            </p:cNvPr>
            <p:cNvSpPr/>
            <p:nvPr/>
          </p:nvSpPr>
          <p:spPr>
            <a:xfrm>
              <a:off x="638704" y="2021417"/>
              <a:ext cx="182562" cy="133350"/>
            </a:xfrm>
            <a:custGeom>
              <a:avLst/>
              <a:gdLst>
                <a:gd name="csX0" fmla="*/ 0 w 182562"/>
                <a:gd name="csY0" fmla="*/ 125413 h 133350"/>
                <a:gd name="csX1" fmla="*/ 7938 w 182562"/>
                <a:gd name="csY1" fmla="*/ 133350 h 133350"/>
                <a:gd name="csX2" fmla="*/ 174625 w 182562"/>
                <a:gd name="csY2" fmla="*/ 133350 h 133350"/>
                <a:gd name="csX3" fmla="*/ 182563 w 182562"/>
                <a:gd name="csY3" fmla="*/ 125413 h 133350"/>
                <a:gd name="csX4" fmla="*/ 182563 w 182562"/>
                <a:gd name="csY4" fmla="*/ 61913 h 133350"/>
                <a:gd name="csX5" fmla="*/ 120650 w 182562"/>
                <a:gd name="csY5" fmla="*/ 0 h 133350"/>
                <a:gd name="csX6" fmla="*/ 61913 w 182562"/>
                <a:gd name="csY6" fmla="*/ 0 h 133350"/>
                <a:gd name="csX7" fmla="*/ 0 w 182562"/>
                <a:gd name="csY7" fmla="*/ 61913 h 133350"/>
                <a:gd name="csX8" fmla="*/ 15875 w 182562"/>
                <a:gd name="csY8" fmla="*/ 61913 h 133350"/>
                <a:gd name="csX9" fmla="*/ 61913 w 182562"/>
                <a:gd name="csY9" fmla="*/ 15875 h 133350"/>
                <a:gd name="csX10" fmla="*/ 121179 w 182562"/>
                <a:gd name="csY10" fmla="*/ 15875 h 133350"/>
                <a:gd name="csX11" fmla="*/ 167217 w 182562"/>
                <a:gd name="csY11" fmla="*/ 61913 h 133350"/>
                <a:gd name="csX12" fmla="*/ 167217 w 182562"/>
                <a:gd name="csY12" fmla="*/ 117475 h 133350"/>
                <a:gd name="csX13" fmla="*/ 143933 w 182562"/>
                <a:gd name="csY13" fmla="*/ 117475 h 133350"/>
                <a:gd name="csX14" fmla="*/ 143933 w 182562"/>
                <a:gd name="csY14" fmla="*/ 64558 h 133350"/>
                <a:gd name="csX15" fmla="*/ 128058 w 182562"/>
                <a:gd name="csY15" fmla="*/ 64558 h 133350"/>
                <a:gd name="csX16" fmla="*/ 128058 w 182562"/>
                <a:gd name="csY16" fmla="*/ 117475 h 133350"/>
                <a:gd name="csX17" fmla="*/ 55033 w 182562"/>
                <a:gd name="csY17" fmla="*/ 117475 h 133350"/>
                <a:gd name="csX18" fmla="*/ 55033 w 182562"/>
                <a:gd name="csY18" fmla="*/ 64558 h 133350"/>
                <a:gd name="csX19" fmla="*/ 39158 w 182562"/>
                <a:gd name="csY19" fmla="*/ 64558 h 133350"/>
                <a:gd name="csX20" fmla="*/ 39158 w 182562"/>
                <a:gd name="csY20" fmla="*/ 117475 h 133350"/>
                <a:gd name="csX21" fmla="*/ 15875 w 182562"/>
                <a:gd name="csY21" fmla="*/ 117475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82562" h="133350">
                  <a:moveTo>
                    <a:pt x="0" y="125413"/>
                  </a:moveTo>
                  <a:cubicBezTo>
                    <a:pt x="0" y="129646"/>
                    <a:pt x="3704" y="133350"/>
                    <a:pt x="7938" y="133350"/>
                  </a:cubicBezTo>
                  <a:lnTo>
                    <a:pt x="174625" y="133350"/>
                  </a:lnTo>
                  <a:cubicBezTo>
                    <a:pt x="178858" y="133350"/>
                    <a:pt x="182563" y="129646"/>
                    <a:pt x="182563" y="125413"/>
                  </a:cubicBezTo>
                  <a:lnTo>
                    <a:pt x="182563" y="61913"/>
                  </a:lnTo>
                  <a:cubicBezTo>
                    <a:pt x="182563" y="28046"/>
                    <a:pt x="155046" y="0"/>
                    <a:pt x="120650" y="0"/>
                  </a:cubicBezTo>
                  <a:lnTo>
                    <a:pt x="61913" y="0"/>
                  </a:lnTo>
                  <a:cubicBezTo>
                    <a:pt x="28046" y="0"/>
                    <a:pt x="0" y="28046"/>
                    <a:pt x="0" y="61913"/>
                  </a:cubicBezTo>
                  <a:close/>
                  <a:moveTo>
                    <a:pt x="15875" y="61913"/>
                  </a:moveTo>
                  <a:cubicBezTo>
                    <a:pt x="15875" y="36513"/>
                    <a:pt x="36513" y="15875"/>
                    <a:pt x="61913" y="15875"/>
                  </a:cubicBezTo>
                  <a:lnTo>
                    <a:pt x="121179" y="15875"/>
                  </a:lnTo>
                  <a:cubicBezTo>
                    <a:pt x="146579" y="15875"/>
                    <a:pt x="167217" y="36513"/>
                    <a:pt x="167217" y="61913"/>
                  </a:cubicBezTo>
                  <a:lnTo>
                    <a:pt x="167217" y="117475"/>
                  </a:lnTo>
                  <a:lnTo>
                    <a:pt x="143933" y="117475"/>
                  </a:lnTo>
                  <a:lnTo>
                    <a:pt x="143933" y="64558"/>
                  </a:lnTo>
                  <a:lnTo>
                    <a:pt x="128058" y="64558"/>
                  </a:lnTo>
                  <a:lnTo>
                    <a:pt x="128058" y="117475"/>
                  </a:lnTo>
                  <a:lnTo>
                    <a:pt x="55033" y="117475"/>
                  </a:lnTo>
                  <a:lnTo>
                    <a:pt x="55033" y="64558"/>
                  </a:lnTo>
                  <a:lnTo>
                    <a:pt x="39158" y="64558"/>
                  </a:lnTo>
                  <a:lnTo>
                    <a:pt x="39158" y="117475"/>
                  </a:lnTo>
                  <a:lnTo>
                    <a:pt x="15875" y="117475"/>
                  </a:ln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638186E4-F164-6BF4-7114-007873F8AD4B}"/>
                </a:ext>
              </a:extLst>
            </p:cNvPr>
            <p:cNvSpPr/>
            <p:nvPr/>
          </p:nvSpPr>
          <p:spPr>
            <a:xfrm>
              <a:off x="681037" y="1906058"/>
              <a:ext cx="98424" cy="98425"/>
            </a:xfrm>
            <a:custGeom>
              <a:avLst/>
              <a:gdLst>
                <a:gd name="csX0" fmla="*/ 0 w 98424"/>
                <a:gd name="csY0" fmla="*/ 49213 h 98425"/>
                <a:gd name="csX1" fmla="*/ 49213 w 98424"/>
                <a:gd name="csY1" fmla="*/ 98425 h 98425"/>
                <a:gd name="csX2" fmla="*/ 98425 w 98424"/>
                <a:gd name="csY2" fmla="*/ 49213 h 98425"/>
                <a:gd name="csX3" fmla="*/ 49213 w 98424"/>
                <a:gd name="csY3" fmla="*/ 0 h 98425"/>
                <a:gd name="csX4" fmla="*/ 0 w 98424"/>
                <a:gd name="csY4" fmla="*/ 49213 h 98425"/>
                <a:gd name="csX5" fmla="*/ 82550 w 98424"/>
                <a:gd name="csY5" fmla="*/ 49213 h 98425"/>
                <a:gd name="csX6" fmla="*/ 49213 w 98424"/>
                <a:gd name="csY6" fmla="*/ 82550 h 98425"/>
                <a:gd name="csX7" fmla="*/ 15875 w 98424"/>
                <a:gd name="csY7" fmla="*/ 49213 h 98425"/>
                <a:gd name="csX8" fmla="*/ 49213 w 98424"/>
                <a:gd name="csY8" fmla="*/ 15875 h 98425"/>
                <a:gd name="csX9" fmla="*/ 82550 w 98424"/>
                <a:gd name="csY9" fmla="*/ 49213 h 98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8424" h="98425">
                  <a:moveTo>
                    <a:pt x="0" y="49213"/>
                  </a:moveTo>
                  <a:cubicBezTo>
                    <a:pt x="0" y="76200"/>
                    <a:pt x="22225" y="98425"/>
                    <a:pt x="49213" y="98425"/>
                  </a:cubicBezTo>
                  <a:cubicBezTo>
                    <a:pt x="76200" y="98425"/>
                    <a:pt x="98425" y="76200"/>
                    <a:pt x="98425" y="49213"/>
                  </a:cubicBezTo>
                  <a:cubicBezTo>
                    <a:pt x="98425" y="22225"/>
                    <a:pt x="76200" y="0"/>
                    <a:pt x="49213" y="0"/>
                  </a:cubicBezTo>
                  <a:cubicBezTo>
                    <a:pt x="22225" y="0"/>
                    <a:pt x="0" y="22225"/>
                    <a:pt x="0" y="49213"/>
                  </a:cubicBezTo>
                  <a:close/>
                  <a:moveTo>
                    <a:pt x="82550" y="49213"/>
                  </a:moveTo>
                  <a:cubicBezTo>
                    <a:pt x="82550" y="67733"/>
                    <a:pt x="67733" y="82550"/>
                    <a:pt x="49213" y="82550"/>
                  </a:cubicBezTo>
                  <a:cubicBezTo>
                    <a:pt x="30692" y="82550"/>
                    <a:pt x="15875" y="67733"/>
                    <a:pt x="15875" y="49213"/>
                  </a:cubicBezTo>
                  <a:cubicBezTo>
                    <a:pt x="15875" y="30692"/>
                    <a:pt x="30692" y="15875"/>
                    <a:pt x="49213" y="15875"/>
                  </a:cubicBezTo>
                  <a:cubicBezTo>
                    <a:pt x="67733" y="15875"/>
                    <a:pt x="82550" y="30692"/>
                    <a:pt x="82550" y="49213"/>
                  </a:cubicBez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Pic">
            <a:extLst>
              <a:ext uri="{FF2B5EF4-FFF2-40B4-BE49-F238E27FC236}">
                <a16:creationId xmlns:a16="http://schemas.microsoft.com/office/drawing/2014/main" id="{90BBE235-56D1-028D-1FF5-E3C981F9DC45}"/>
              </a:ext>
            </a:extLst>
          </p:cNvPr>
          <p:cNvGrpSpPr/>
          <p:nvPr/>
        </p:nvGrpSpPr>
        <p:grpSpPr>
          <a:xfrm>
            <a:off x="7706940" y="3044494"/>
            <a:ext cx="182562" cy="248708"/>
            <a:chOff x="638704" y="1906058"/>
            <a:chExt cx="182562" cy="248708"/>
          </a:xfrm>
          <a:solidFill>
            <a:srgbClr val="000000"/>
          </a:solidFill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F279AE9-6B00-4190-737A-AD9DDC5ADCAE}"/>
                </a:ext>
              </a:extLst>
            </p:cNvPr>
            <p:cNvSpPr/>
            <p:nvPr/>
          </p:nvSpPr>
          <p:spPr>
            <a:xfrm>
              <a:off x="638704" y="2021417"/>
              <a:ext cx="182562" cy="133350"/>
            </a:xfrm>
            <a:custGeom>
              <a:avLst/>
              <a:gdLst>
                <a:gd name="csX0" fmla="*/ 0 w 182562"/>
                <a:gd name="csY0" fmla="*/ 125413 h 133350"/>
                <a:gd name="csX1" fmla="*/ 7938 w 182562"/>
                <a:gd name="csY1" fmla="*/ 133350 h 133350"/>
                <a:gd name="csX2" fmla="*/ 174625 w 182562"/>
                <a:gd name="csY2" fmla="*/ 133350 h 133350"/>
                <a:gd name="csX3" fmla="*/ 182563 w 182562"/>
                <a:gd name="csY3" fmla="*/ 125413 h 133350"/>
                <a:gd name="csX4" fmla="*/ 182563 w 182562"/>
                <a:gd name="csY4" fmla="*/ 61913 h 133350"/>
                <a:gd name="csX5" fmla="*/ 120650 w 182562"/>
                <a:gd name="csY5" fmla="*/ 0 h 133350"/>
                <a:gd name="csX6" fmla="*/ 61913 w 182562"/>
                <a:gd name="csY6" fmla="*/ 0 h 133350"/>
                <a:gd name="csX7" fmla="*/ 0 w 182562"/>
                <a:gd name="csY7" fmla="*/ 61913 h 133350"/>
                <a:gd name="csX8" fmla="*/ 15875 w 182562"/>
                <a:gd name="csY8" fmla="*/ 61913 h 133350"/>
                <a:gd name="csX9" fmla="*/ 61913 w 182562"/>
                <a:gd name="csY9" fmla="*/ 15875 h 133350"/>
                <a:gd name="csX10" fmla="*/ 121179 w 182562"/>
                <a:gd name="csY10" fmla="*/ 15875 h 133350"/>
                <a:gd name="csX11" fmla="*/ 167217 w 182562"/>
                <a:gd name="csY11" fmla="*/ 61913 h 133350"/>
                <a:gd name="csX12" fmla="*/ 167217 w 182562"/>
                <a:gd name="csY12" fmla="*/ 117475 h 133350"/>
                <a:gd name="csX13" fmla="*/ 143933 w 182562"/>
                <a:gd name="csY13" fmla="*/ 117475 h 133350"/>
                <a:gd name="csX14" fmla="*/ 143933 w 182562"/>
                <a:gd name="csY14" fmla="*/ 64558 h 133350"/>
                <a:gd name="csX15" fmla="*/ 128058 w 182562"/>
                <a:gd name="csY15" fmla="*/ 64558 h 133350"/>
                <a:gd name="csX16" fmla="*/ 128058 w 182562"/>
                <a:gd name="csY16" fmla="*/ 117475 h 133350"/>
                <a:gd name="csX17" fmla="*/ 55033 w 182562"/>
                <a:gd name="csY17" fmla="*/ 117475 h 133350"/>
                <a:gd name="csX18" fmla="*/ 55033 w 182562"/>
                <a:gd name="csY18" fmla="*/ 64558 h 133350"/>
                <a:gd name="csX19" fmla="*/ 39158 w 182562"/>
                <a:gd name="csY19" fmla="*/ 64558 h 133350"/>
                <a:gd name="csX20" fmla="*/ 39158 w 182562"/>
                <a:gd name="csY20" fmla="*/ 117475 h 133350"/>
                <a:gd name="csX21" fmla="*/ 15875 w 182562"/>
                <a:gd name="csY21" fmla="*/ 117475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82562" h="133350">
                  <a:moveTo>
                    <a:pt x="0" y="125413"/>
                  </a:moveTo>
                  <a:cubicBezTo>
                    <a:pt x="0" y="129646"/>
                    <a:pt x="3704" y="133350"/>
                    <a:pt x="7938" y="133350"/>
                  </a:cubicBezTo>
                  <a:lnTo>
                    <a:pt x="174625" y="133350"/>
                  </a:lnTo>
                  <a:cubicBezTo>
                    <a:pt x="178858" y="133350"/>
                    <a:pt x="182563" y="129646"/>
                    <a:pt x="182563" y="125413"/>
                  </a:cubicBezTo>
                  <a:lnTo>
                    <a:pt x="182563" y="61913"/>
                  </a:lnTo>
                  <a:cubicBezTo>
                    <a:pt x="182563" y="28046"/>
                    <a:pt x="155046" y="0"/>
                    <a:pt x="120650" y="0"/>
                  </a:cubicBezTo>
                  <a:lnTo>
                    <a:pt x="61913" y="0"/>
                  </a:lnTo>
                  <a:cubicBezTo>
                    <a:pt x="28046" y="0"/>
                    <a:pt x="0" y="28046"/>
                    <a:pt x="0" y="61913"/>
                  </a:cubicBezTo>
                  <a:close/>
                  <a:moveTo>
                    <a:pt x="15875" y="61913"/>
                  </a:moveTo>
                  <a:cubicBezTo>
                    <a:pt x="15875" y="36513"/>
                    <a:pt x="36513" y="15875"/>
                    <a:pt x="61913" y="15875"/>
                  </a:cubicBezTo>
                  <a:lnTo>
                    <a:pt x="121179" y="15875"/>
                  </a:lnTo>
                  <a:cubicBezTo>
                    <a:pt x="146579" y="15875"/>
                    <a:pt x="167217" y="36513"/>
                    <a:pt x="167217" y="61913"/>
                  </a:cubicBezTo>
                  <a:lnTo>
                    <a:pt x="167217" y="117475"/>
                  </a:lnTo>
                  <a:lnTo>
                    <a:pt x="143933" y="117475"/>
                  </a:lnTo>
                  <a:lnTo>
                    <a:pt x="143933" y="64558"/>
                  </a:lnTo>
                  <a:lnTo>
                    <a:pt x="128058" y="64558"/>
                  </a:lnTo>
                  <a:lnTo>
                    <a:pt x="128058" y="117475"/>
                  </a:lnTo>
                  <a:lnTo>
                    <a:pt x="55033" y="117475"/>
                  </a:lnTo>
                  <a:lnTo>
                    <a:pt x="55033" y="64558"/>
                  </a:lnTo>
                  <a:lnTo>
                    <a:pt x="39158" y="64558"/>
                  </a:lnTo>
                  <a:lnTo>
                    <a:pt x="39158" y="117475"/>
                  </a:lnTo>
                  <a:lnTo>
                    <a:pt x="15875" y="117475"/>
                  </a:ln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5741460B-A65A-C209-7BE3-F3AE52E3A641}"/>
                </a:ext>
              </a:extLst>
            </p:cNvPr>
            <p:cNvSpPr/>
            <p:nvPr/>
          </p:nvSpPr>
          <p:spPr>
            <a:xfrm>
              <a:off x="681037" y="1906058"/>
              <a:ext cx="98424" cy="98425"/>
            </a:xfrm>
            <a:custGeom>
              <a:avLst/>
              <a:gdLst>
                <a:gd name="csX0" fmla="*/ 0 w 98424"/>
                <a:gd name="csY0" fmla="*/ 49213 h 98425"/>
                <a:gd name="csX1" fmla="*/ 49213 w 98424"/>
                <a:gd name="csY1" fmla="*/ 98425 h 98425"/>
                <a:gd name="csX2" fmla="*/ 98425 w 98424"/>
                <a:gd name="csY2" fmla="*/ 49213 h 98425"/>
                <a:gd name="csX3" fmla="*/ 49213 w 98424"/>
                <a:gd name="csY3" fmla="*/ 0 h 98425"/>
                <a:gd name="csX4" fmla="*/ 0 w 98424"/>
                <a:gd name="csY4" fmla="*/ 49213 h 98425"/>
                <a:gd name="csX5" fmla="*/ 82550 w 98424"/>
                <a:gd name="csY5" fmla="*/ 49213 h 98425"/>
                <a:gd name="csX6" fmla="*/ 49213 w 98424"/>
                <a:gd name="csY6" fmla="*/ 82550 h 98425"/>
                <a:gd name="csX7" fmla="*/ 15875 w 98424"/>
                <a:gd name="csY7" fmla="*/ 49213 h 98425"/>
                <a:gd name="csX8" fmla="*/ 49213 w 98424"/>
                <a:gd name="csY8" fmla="*/ 15875 h 98425"/>
                <a:gd name="csX9" fmla="*/ 82550 w 98424"/>
                <a:gd name="csY9" fmla="*/ 49213 h 98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8424" h="98425">
                  <a:moveTo>
                    <a:pt x="0" y="49213"/>
                  </a:moveTo>
                  <a:cubicBezTo>
                    <a:pt x="0" y="76200"/>
                    <a:pt x="22225" y="98425"/>
                    <a:pt x="49213" y="98425"/>
                  </a:cubicBezTo>
                  <a:cubicBezTo>
                    <a:pt x="76200" y="98425"/>
                    <a:pt x="98425" y="76200"/>
                    <a:pt x="98425" y="49213"/>
                  </a:cubicBezTo>
                  <a:cubicBezTo>
                    <a:pt x="98425" y="22225"/>
                    <a:pt x="76200" y="0"/>
                    <a:pt x="49213" y="0"/>
                  </a:cubicBezTo>
                  <a:cubicBezTo>
                    <a:pt x="22225" y="0"/>
                    <a:pt x="0" y="22225"/>
                    <a:pt x="0" y="49213"/>
                  </a:cubicBezTo>
                  <a:close/>
                  <a:moveTo>
                    <a:pt x="82550" y="49213"/>
                  </a:moveTo>
                  <a:cubicBezTo>
                    <a:pt x="82550" y="67733"/>
                    <a:pt x="67733" y="82550"/>
                    <a:pt x="49213" y="82550"/>
                  </a:cubicBezTo>
                  <a:cubicBezTo>
                    <a:pt x="30692" y="82550"/>
                    <a:pt x="15875" y="67733"/>
                    <a:pt x="15875" y="49213"/>
                  </a:cubicBezTo>
                  <a:cubicBezTo>
                    <a:pt x="15875" y="30692"/>
                    <a:pt x="30692" y="15875"/>
                    <a:pt x="49213" y="15875"/>
                  </a:cubicBezTo>
                  <a:cubicBezTo>
                    <a:pt x="67733" y="15875"/>
                    <a:pt x="82550" y="30692"/>
                    <a:pt x="82550" y="49213"/>
                  </a:cubicBez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Pic">
            <a:extLst>
              <a:ext uri="{FF2B5EF4-FFF2-40B4-BE49-F238E27FC236}">
                <a16:creationId xmlns:a16="http://schemas.microsoft.com/office/drawing/2014/main" id="{00F9919F-332B-DC79-75C8-45872EA45B76}"/>
              </a:ext>
            </a:extLst>
          </p:cNvPr>
          <p:cNvGrpSpPr/>
          <p:nvPr/>
        </p:nvGrpSpPr>
        <p:grpSpPr>
          <a:xfrm>
            <a:off x="7930971" y="3042736"/>
            <a:ext cx="182562" cy="248708"/>
            <a:chOff x="638704" y="1906058"/>
            <a:chExt cx="182562" cy="248708"/>
          </a:xfrm>
          <a:solidFill>
            <a:srgbClr val="000000"/>
          </a:solidFill>
        </p:grpSpPr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2AF334D9-DCCB-696B-FD2C-853CE44C2DC2}"/>
                </a:ext>
              </a:extLst>
            </p:cNvPr>
            <p:cNvSpPr/>
            <p:nvPr/>
          </p:nvSpPr>
          <p:spPr>
            <a:xfrm>
              <a:off x="638704" y="2021417"/>
              <a:ext cx="182562" cy="133350"/>
            </a:xfrm>
            <a:custGeom>
              <a:avLst/>
              <a:gdLst>
                <a:gd name="csX0" fmla="*/ 0 w 182562"/>
                <a:gd name="csY0" fmla="*/ 125413 h 133350"/>
                <a:gd name="csX1" fmla="*/ 7938 w 182562"/>
                <a:gd name="csY1" fmla="*/ 133350 h 133350"/>
                <a:gd name="csX2" fmla="*/ 174625 w 182562"/>
                <a:gd name="csY2" fmla="*/ 133350 h 133350"/>
                <a:gd name="csX3" fmla="*/ 182563 w 182562"/>
                <a:gd name="csY3" fmla="*/ 125413 h 133350"/>
                <a:gd name="csX4" fmla="*/ 182563 w 182562"/>
                <a:gd name="csY4" fmla="*/ 61913 h 133350"/>
                <a:gd name="csX5" fmla="*/ 120650 w 182562"/>
                <a:gd name="csY5" fmla="*/ 0 h 133350"/>
                <a:gd name="csX6" fmla="*/ 61913 w 182562"/>
                <a:gd name="csY6" fmla="*/ 0 h 133350"/>
                <a:gd name="csX7" fmla="*/ 0 w 182562"/>
                <a:gd name="csY7" fmla="*/ 61913 h 133350"/>
                <a:gd name="csX8" fmla="*/ 15875 w 182562"/>
                <a:gd name="csY8" fmla="*/ 61913 h 133350"/>
                <a:gd name="csX9" fmla="*/ 61913 w 182562"/>
                <a:gd name="csY9" fmla="*/ 15875 h 133350"/>
                <a:gd name="csX10" fmla="*/ 121179 w 182562"/>
                <a:gd name="csY10" fmla="*/ 15875 h 133350"/>
                <a:gd name="csX11" fmla="*/ 167217 w 182562"/>
                <a:gd name="csY11" fmla="*/ 61913 h 133350"/>
                <a:gd name="csX12" fmla="*/ 167217 w 182562"/>
                <a:gd name="csY12" fmla="*/ 117475 h 133350"/>
                <a:gd name="csX13" fmla="*/ 143933 w 182562"/>
                <a:gd name="csY13" fmla="*/ 117475 h 133350"/>
                <a:gd name="csX14" fmla="*/ 143933 w 182562"/>
                <a:gd name="csY14" fmla="*/ 64558 h 133350"/>
                <a:gd name="csX15" fmla="*/ 128058 w 182562"/>
                <a:gd name="csY15" fmla="*/ 64558 h 133350"/>
                <a:gd name="csX16" fmla="*/ 128058 w 182562"/>
                <a:gd name="csY16" fmla="*/ 117475 h 133350"/>
                <a:gd name="csX17" fmla="*/ 55033 w 182562"/>
                <a:gd name="csY17" fmla="*/ 117475 h 133350"/>
                <a:gd name="csX18" fmla="*/ 55033 w 182562"/>
                <a:gd name="csY18" fmla="*/ 64558 h 133350"/>
                <a:gd name="csX19" fmla="*/ 39158 w 182562"/>
                <a:gd name="csY19" fmla="*/ 64558 h 133350"/>
                <a:gd name="csX20" fmla="*/ 39158 w 182562"/>
                <a:gd name="csY20" fmla="*/ 117475 h 133350"/>
                <a:gd name="csX21" fmla="*/ 15875 w 182562"/>
                <a:gd name="csY21" fmla="*/ 117475 h 1333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82562" h="133350">
                  <a:moveTo>
                    <a:pt x="0" y="125413"/>
                  </a:moveTo>
                  <a:cubicBezTo>
                    <a:pt x="0" y="129646"/>
                    <a:pt x="3704" y="133350"/>
                    <a:pt x="7938" y="133350"/>
                  </a:cubicBezTo>
                  <a:lnTo>
                    <a:pt x="174625" y="133350"/>
                  </a:lnTo>
                  <a:cubicBezTo>
                    <a:pt x="178858" y="133350"/>
                    <a:pt x="182563" y="129646"/>
                    <a:pt x="182563" y="125413"/>
                  </a:cubicBezTo>
                  <a:lnTo>
                    <a:pt x="182563" y="61913"/>
                  </a:lnTo>
                  <a:cubicBezTo>
                    <a:pt x="182563" y="28046"/>
                    <a:pt x="155046" y="0"/>
                    <a:pt x="120650" y="0"/>
                  </a:cubicBezTo>
                  <a:lnTo>
                    <a:pt x="61913" y="0"/>
                  </a:lnTo>
                  <a:cubicBezTo>
                    <a:pt x="28046" y="0"/>
                    <a:pt x="0" y="28046"/>
                    <a:pt x="0" y="61913"/>
                  </a:cubicBezTo>
                  <a:close/>
                  <a:moveTo>
                    <a:pt x="15875" y="61913"/>
                  </a:moveTo>
                  <a:cubicBezTo>
                    <a:pt x="15875" y="36513"/>
                    <a:pt x="36513" y="15875"/>
                    <a:pt x="61913" y="15875"/>
                  </a:cubicBezTo>
                  <a:lnTo>
                    <a:pt x="121179" y="15875"/>
                  </a:lnTo>
                  <a:cubicBezTo>
                    <a:pt x="146579" y="15875"/>
                    <a:pt x="167217" y="36513"/>
                    <a:pt x="167217" y="61913"/>
                  </a:cubicBezTo>
                  <a:lnTo>
                    <a:pt x="167217" y="117475"/>
                  </a:lnTo>
                  <a:lnTo>
                    <a:pt x="143933" y="117475"/>
                  </a:lnTo>
                  <a:lnTo>
                    <a:pt x="143933" y="64558"/>
                  </a:lnTo>
                  <a:lnTo>
                    <a:pt x="128058" y="64558"/>
                  </a:lnTo>
                  <a:lnTo>
                    <a:pt x="128058" y="117475"/>
                  </a:lnTo>
                  <a:lnTo>
                    <a:pt x="55033" y="117475"/>
                  </a:lnTo>
                  <a:lnTo>
                    <a:pt x="55033" y="64558"/>
                  </a:lnTo>
                  <a:lnTo>
                    <a:pt x="39158" y="64558"/>
                  </a:lnTo>
                  <a:lnTo>
                    <a:pt x="39158" y="117475"/>
                  </a:lnTo>
                  <a:lnTo>
                    <a:pt x="15875" y="117475"/>
                  </a:ln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48D54D3-2613-C90E-698E-B388F87BE21C}"/>
                </a:ext>
              </a:extLst>
            </p:cNvPr>
            <p:cNvSpPr/>
            <p:nvPr/>
          </p:nvSpPr>
          <p:spPr>
            <a:xfrm>
              <a:off x="681037" y="1906058"/>
              <a:ext cx="98424" cy="98425"/>
            </a:xfrm>
            <a:custGeom>
              <a:avLst/>
              <a:gdLst>
                <a:gd name="csX0" fmla="*/ 0 w 98424"/>
                <a:gd name="csY0" fmla="*/ 49213 h 98425"/>
                <a:gd name="csX1" fmla="*/ 49213 w 98424"/>
                <a:gd name="csY1" fmla="*/ 98425 h 98425"/>
                <a:gd name="csX2" fmla="*/ 98425 w 98424"/>
                <a:gd name="csY2" fmla="*/ 49213 h 98425"/>
                <a:gd name="csX3" fmla="*/ 49213 w 98424"/>
                <a:gd name="csY3" fmla="*/ 0 h 98425"/>
                <a:gd name="csX4" fmla="*/ 0 w 98424"/>
                <a:gd name="csY4" fmla="*/ 49213 h 98425"/>
                <a:gd name="csX5" fmla="*/ 82550 w 98424"/>
                <a:gd name="csY5" fmla="*/ 49213 h 98425"/>
                <a:gd name="csX6" fmla="*/ 49213 w 98424"/>
                <a:gd name="csY6" fmla="*/ 82550 h 98425"/>
                <a:gd name="csX7" fmla="*/ 15875 w 98424"/>
                <a:gd name="csY7" fmla="*/ 49213 h 98425"/>
                <a:gd name="csX8" fmla="*/ 49213 w 98424"/>
                <a:gd name="csY8" fmla="*/ 15875 h 98425"/>
                <a:gd name="csX9" fmla="*/ 82550 w 98424"/>
                <a:gd name="csY9" fmla="*/ 49213 h 98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8424" h="98425">
                  <a:moveTo>
                    <a:pt x="0" y="49213"/>
                  </a:moveTo>
                  <a:cubicBezTo>
                    <a:pt x="0" y="76200"/>
                    <a:pt x="22225" y="98425"/>
                    <a:pt x="49213" y="98425"/>
                  </a:cubicBezTo>
                  <a:cubicBezTo>
                    <a:pt x="76200" y="98425"/>
                    <a:pt x="98425" y="76200"/>
                    <a:pt x="98425" y="49213"/>
                  </a:cubicBezTo>
                  <a:cubicBezTo>
                    <a:pt x="98425" y="22225"/>
                    <a:pt x="76200" y="0"/>
                    <a:pt x="49213" y="0"/>
                  </a:cubicBezTo>
                  <a:cubicBezTo>
                    <a:pt x="22225" y="0"/>
                    <a:pt x="0" y="22225"/>
                    <a:pt x="0" y="49213"/>
                  </a:cubicBezTo>
                  <a:close/>
                  <a:moveTo>
                    <a:pt x="82550" y="49213"/>
                  </a:moveTo>
                  <a:cubicBezTo>
                    <a:pt x="82550" y="67733"/>
                    <a:pt x="67733" y="82550"/>
                    <a:pt x="49213" y="82550"/>
                  </a:cubicBezTo>
                  <a:cubicBezTo>
                    <a:pt x="30692" y="82550"/>
                    <a:pt x="15875" y="67733"/>
                    <a:pt x="15875" y="49213"/>
                  </a:cubicBezTo>
                  <a:cubicBezTo>
                    <a:pt x="15875" y="30692"/>
                    <a:pt x="30692" y="15875"/>
                    <a:pt x="49213" y="15875"/>
                  </a:cubicBezTo>
                  <a:cubicBezTo>
                    <a:pt x="67733" y="15875"/>
                    <a:pt x="82550" y="30692"/>
                    <a:pt x="82550" y="49213"/>
                  </a:cubicBezTo>
                  <a:close/>
                </a:path>
              </a:pathLst>
            </a:custGeom>
            <a:solidFill>
              <a:srgbClr val="000000"/>
            </a:solidFill>
            <a:ln w="515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65810B8-6313-94FF-00AB-962FD24D7827}"/>
              </a:ext>
            </a:extLst>
          </p:cNvPr>
          <p:cNvGrpSpPr/>
          <p:nvPr/>
        </p:nvGrpSpPr>
        <p:grpSpPr>
          <a:xfrm>
            <a:off x="6137899" y="2338267"/>
            <a:ext cx="253999" cy="242022"/>
            <a:chOff x="598488" y="2387238"/>
            <a:chExt cx="253999" cy="242022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C6F198B-9DE8-2AF4-9459-91F40C2BAA04}"/>
                </a:ext>
              </a:extLst>
            </p:cNvPr>
            <p:cNvSpPr/>
            <p:nvPr/>
          </p:nvSpPr>
          <p:spPr>
            <a:xfrm>
              <a:off x="598488" y="2387239"/>
              <a:ext cx="253999" cy="242021"/>
            </a:xfrm>
            <a:custGeom>
              <a:avLst/>
              <a:gdLst>
                <a:gd name="csX0" fmla="*/ 131260 w 253999"/>
                <a:gd name="csY0" fmla="*/ 2842 h 242021"/>
                <a:gd name="csX1" fmla="*/ 164213 w 253999"/>
                <a:gd name="csY1" fmla="*/ 82071 h 242021"/>
                <a:gd name="csX2" fmla="*/ 249748 w 253999"/>
                <a:gd name="csY2" fmla="*/ 88928 h 242021"/>
                <a:gd name="csX3" fmla="*/ 252380 w 253999"/>
                <a:gd name="csY3" fmla="*/ 97031 h 242021"/>
                <a:gd name="csX4" fmla="*/ 187213 w 253999"/>
                <a:gd name="csY4" fmla="*/ 152855 h 242021"/>
                <a:gd name="csX5" fmla="*/ 207123 w 253999"/>
                <a:gd name="csY5" fmla="*/ 236322 h 242021"/>
                <a:gd name="csX6" fmla="*/ 200230 w 253999"/>
                <a:gd name="csY6" fmla="*/ 241331 h 242021"/>
                <a:gd name="csX7" fmla="*/ 127000 w 253999"/>
                <a:gd name="csY7" fmla="*/ 196602 h 242021"/>
                <a:gd name="csX8" fmla="*/ 53770 w 253999"/>
                <a:gd name="csY8" fmla="*/ 241331 h 242021"/>
                <a:gd name="csX9" fmla="*/ 46877 w 253999"/>
                <a:gd name="csY9" fmla="*/ 236323 h 242021"/>
                <a:gd name="csX10" fmla="*/ 66787 w 253999"/>
                <a:gd name="csY10" fmla="*/ 152856 h 242021"/>
                <a:gd name="csX11" fmla="*/ 1619 w 253999"/>
                <a:gd name="csY11" fmla="*/ 97031 h 242021"/>
                <a:gd name="csX12" fmla="*/ 4252 w 253999"/>
                <a:gd name="csY12" fmla="*/ 88928 h 242021"/>
                <a:gd name="csX13" fmla="*/ 89786 w 253999"/>
                <a:gd name="csY13" fmla="*/ 82071 h 242021"/>
                <a:gd name="csX14" fmla="*/ 122739 w 253999"/>
                <a:gd name="csY14" fmla="*/ 2842 h 242021"/>
                <a:gd name="csX15" fmla="*/ 131260 w 253999"/>
                <a:gd name="csY15" fmla="*/ 2842 h 2420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253999" h="242021">
                  <a:moveTo>
                    <a:pt x="131260" y="2842"/>
                  </a:moveTo>
                  <a:lnTo>
                    <a:pt x="164213" y="82071"/>
                  </a:lnTo>
                  <a:lnTo>
                    <a:pt x="249748" y="88928"/>
                  </a:lnTo>
                  <a:cubicBezTo>
                    <a:pt x="253838" y="89256"/>
                    <a:pt x="255497" y="94362"/>
                    <a:pt x="252380" y="97031"/>
                  </a:cubicBezTo>
                  <a:lnTo>
                    <a:pt x="187213" y="152855"/>
                  </a:lnTo>
                  <a:lnTo>
                    <a:pt x="207123" y="236322"/>
                  </a:lnTo>
                  <a:cubicBezTo>
                    <a:pt x="208075" y="240315"/>
                    <a:pt x="203732" y="243470"/>
                    <a:pt x="200230" y="241331"/>
                  </a:cubicBezTo>
                  <a:lnTo>
                    <a:pt x="127000" y="196602"/>
                  </a:lnTo>
                  <a:lnTo>
                    <a:pt x="53770" y="241331"/>
                  </a:lnTo>
                  <a:cubicBezTo>
                    <a:pt x="50268" y="243470"/>
                    <a:pt x="45925" y="240315"/>
                    <a:pt x="46877" y="236323"/>
                  </a:cubicBezTo>
                  <a:lnTo>
                    <a:pt x="66787" y="152856"/>
                  </a:lnTo>
                  <a:lnTo>
                    <a:pt x="1619" y="97031"/>
                  </a:lnTo>
                  <a:cubicBezTo>
                    <a:pt x="-1498" y="94361"/>
                    <a:pt x="161" y="89256"/>
                    <a:pt x="4252" y="88928"/>
                  </a:cubicBezTo>
                  <a:lnTo>
                    <a:pt x="89786" y="82071"/>
                  </a:lnTo>
                  <a:lnTo>
                    <a:pt x="122739" y="2842"/>
                  </a:lnTo>
                  <a:cubicBezTo>
                    <a:pt x="124316" y="-947"/>
                    <a:pt x="129683" y="-947"/>
                    <a:pt x="131260" y="2842"/>
                  </a:cubicBezTo>
                  <a:close/>
                </a:path>
              </a:pathLst>
            </a:custGeom>
            <a:solidFill>
              <a:srgbClr val="FFDC64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4" name="Pic">
              <a:extLst>
                <a:ext uri="{FF2B5EF4-FFF2-40B4-BE49-F238E27FC236}">
                  <a16:creationId xmlns:a16="http://schemas.microsoft.com/office/drawing/2014/main" id="{9BBD43CF-92C1-FDD6-20EA-CDB88B80975D}"/>
                </a:ext>
              </a:extLst>
            </p:cNvPr>
            <p:cNvGrpSpPr/>
            <p:nvPr/>
          </p:nvGrpSpPr>
          <p:grpSpPr>
            <a:xfrm>
              <a:off x="598488" y="2387238"/>
              <a:ext cx="206386" cy="242021"/>
              <a:chOff x="598488" y="2387238"/>
              <a:chExt cx="206386" cy="242021"/>
            </a:xfrm>
            <a:solidFill>
              <a:srgbClr val="FFC850"/>
            </a:solidFill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FE77DEE5-5D52-A98B-BC8B-C3063FD5F739}"/>
                  </a:ext>
                </a:extLst>
              </p:cNvPr>
              <p:cNvSpPr/>
              <p:nvPr/>
            </p:nvSpPr>
            <p:spPr>
              <a:xfrm>
                <a:off x="598488" y="2387238"/>
                <a:ext cx="133919" cy="242021"/>
              </a:xfrm>
              <a:custGeom>
                <a:avLst/>
                <a:gdLst>
                  <a:gd name="csX0" fmla="*/ 85923 w 133919"/>
                  <a:gd name="csY0" fmla="*/ 156783 h 242021"/>
                  <a:gd name="csX1" fmla="*/ 81447 w 133919"/>
                  <a:gd name="csY1" fmla="*/ 142650 h 242021"/>
                  <a:gd name="csX2" fmla="*/ 38083 w 133919"/>
                  <a:gd name="csY2" fmla="*/ 106199 h 242021"/>
                  <a:gd name="csX3" fmla="*/ 40064 w 133919"/>
                  <a:gd name="csY3" fmla="*/ 99102 h 242021"/>
                  <a:gd name="csX4" fmla="*/ 95578 w 133919"/>
                  <a:gd name="csY4" fmla="*/ 93920 h 242021"/>
                  <a:gd name="csX5" fmla="*/ 107349 w 133919"/>
                  <a:gd name="csY5" fmla="*/ 84734 h 242021"/>
                  <a:gd name="csX6" fmla="*/ 133920 w 133919"/>
                  <a:gd name="csY6" fmla="*/ 9238 h 242021"/>
                  <a:gd name="csX7" fmla="*/ 131260 w 133919"/>
                  <a:gd name="csY7" fmla="*/ 2842 h 242021"/>
                  <a:gd name="csX8" fmla="*/ 122739 w 133919"/>
                  <a:gd name="csY8" fmla="*/ 2842 h 242021"/>
                  <a:gd name="csX9" fmla="*/ 89786 w 133919"/>
                  <a:gd name="csY9" fmla="*/ 82071 h 242021"/>
                  <a:gd name="csX10" fmla="*/ 4252 w 133919"/>
                  <a:gd name="csY10" fmla="*/ 88929 h 242021"/>
                  <a:gd name="csX11" fmla="*/ 1619 w 133919"/>
                  <a:gd name="csY11" fmla="*/ 97032 h 242021"/>
                  <a:gd name="csX12" fmla="*/ 66787 w 133919"/>
                  <a:gd name="csY12" fmla="*/ 152856 h 242021"/>
                  <a:gd name="csX13" fmla="*/ 46878 w 133919"/>
                  <a:gd name="csY13" fmla="*/ 236322 h 242021"/>
                  <a:gd name="csX14" fmla="*/ 53771 w 133919"/>
                  <a:gd name="csY14" fmla="*/ 241331 h 242021"/>
                  <a:gd name="csX15" fmla="*/ 65464 w 133919"/>
                  <a:gd name="csY15" fmla="*/ 234188 h 242021"/>
                  <a:gd name="csX16" fmla="*/ 85923 w 133919"/>
                  <a:gd name="csY16" fmla="*/ 156783 h 2420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133919" h="242021">
                    <a:moveTo>
                      <a:pt x="85923" y="156783"/>
                    </a:moveTo>
                    <a:cubicBezTo>
                      <a:pt x="87292" y="151603"/>
                      <a:pt x="85548" y="146098"/>
                      <a:pt x="81447" y="142650"/>
                    </a:cubicBezTo>
                    <a:lnTo>
                      <a:pt x="38083" y="106199"/>
                    </a:lnTo>
                    <a:cubicBezTo>
                      <a:pt x="35739" y="103861"/>
                      <a:pt x="36987" y="99389"/>
                      <a:pt x="40064" y="99102"/>
                    </a:cubicBezTo>
                    <a:lnTo>
                      <a:pt x="95578" y="93920"/>
                    </a:lnTo>
                    <a:cubicBezTo>
                      <a:pt x="100959" y="93418"/>
                      <a:pt x="105555" y="89831"/>
                      <a:pt x="107349" y="84734"/>
                    </a:cubicBezTo>
                    <a:lnTo>
                      <a:pt x="133920" y="9238"/>
                    </a:lnTo>
                    <a:lnTo>
                      <a:pt x="131260" y="2842"/>
                    </a:lnTo>
                    <a:cubicBezTo>
                      <a:pt x="129684" y="-947"/>
                      <a:pt x="124315" y="-947"/>
                      <a:pt x="122739" y="2842"/>
                    </a:cubicBezTo>
                    <a:lnTo>
                      <a:pt x="89786" y="82071"/>
                    </a:lnTo>
                    <a:lnTo>
                      <a:pt x="4252" y="88929"/>
                    </a:lnTo>
                    <a:cubicBezTo>
                      <a:pt x="161" y="89257"/>
                      <a:pt x="-1498" y="94362"/>
                      <a:pt x="1619" y="97032"/>
                    </a:cubicBezTo>
                    <a:lnTo>
                      <a:pt x="66787" y="152856"/>
                    </a:lnTo>
                    <a:lnTo>
                      <a:pt x="46878" y="236322"/>
                    </a:lnTo>
                    <a:cubicBezTo>
                      <a:pt x="45926" y="240315"/>
                      <a:pt x="50269" y="243470"/>
                      <a:pt x="53771" y="241331"/>
                    </a:cubicBezTo>
                    <a:lnTo>
                      <a:pt x="65464" y="234188"/>
                    </a:lnTo>
                    <a:lnTo>
                      <a:pt x="85923" y="156783"/>
                    </a:lnTo>
                    <a:close/>
                  </a:path>
                </a:pathLst>
              </a:custGeom>
              <a:solidFill>
                <a:srgbClr val="FFC850"/>
              </a:solidFill>
              <a:ln w="48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B53B4F9F-A161-4258-CE59-13ABE552CA70}"/>
                  </a:ext>
                </a:extLst>
              </p:cNvPr>
              <p:cNvSpPr/>
              <p:nvPr/>
            </p:nvSpPr>
            <p:spPr>
              <a:xfrm>
                <a:off x="725488" y="2580982"/>
                <a:ext cx="79386" cy="48274"/>
              </a:xfrm>
              <a:custGeom>
                <a:avLst/>
                <a:gdLst>
                  <a:gd name="csX0" fmla="*/ 79386 w 79386"/>
                  <a:gd name="csY0" fmla="*/ 46303 h 48274"/>
                  <a:gd name="csX1" fmla="*/ 39885 w 79386"/>
                  <a:gd name="csY1" fmla="*/ 9948 h 48274"/>
                  <a:gd name="csX2" fmla="*/ 0 w 79386"/>
                  <a:gd name="csY2" fmla="*/ 2859 h 48274"/>
                  <a:gd name="csX3" fmla="*/ 0 w 79386"/>
                  <a:gd name="csY3" fmla="*/ 2859 h 48274"/>
                  <a:gd name="csX4" fmla="*/ 73229 w 79386"/>
                  <a:gd name="csY4" fmla="*/ 47587 h 48274"/>
                  <a:gd name="csX5" fmla="*/ 79386 w 79386"/>
                  <a:gd name="csY5" fmla="*/ 46303 h 48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79386" h="48274">
                    <a:moveTo>
                      <a:pt x="79386" y="46303"/>
                    </a:moveTo>
                    <a:lnTo>
                      <a:pt x="39885" y="9948"/>
                    </a:lnTo>
                    <a:cubicBezTo>
                      <a:pt x="29103" y="24"/>
                      <a:pt x="13542" y="-2742"/>
                      <a:pt x="0" y="2859"/>
                    </a:cubicBezTo>
                    <a:lnTo>
                      <a:pt x="0" y="2859"/>
                    </a:lnTo>
                    <a:lnTo>
                      <a:pt x="73229" y="47587"/>
                    </a:lnTo>
                    <a:cubicBezTo>
                      <a:pt x="75487" y="48966"/>
                      <a:pt x="78074" y="48131"/>
                      <a:pt x="79386" y="46303"/>
                    </a:cubicBezTo>
                    <a:close/>
                  </a:path>
                </a:pathLst>
              </a:custGeom>
              <a:solidFill>
                <a:srgbClr val="FFC850"/>
              </a:solidFill>
              <a:ln w="484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9" name="Pic">
            <a:extLst>
              <a:ext uri="{FF2B5EF4-FFF2-40B4-BE49-F238E27FC236}">
                <a16:creationId xmlns:a16="http://schemas.microsoft.com/office/drawing/2014/main" id="{CF35AD64-2D04-E9F1-DBE3-78B4435332A0}"/>
              </a:ext>
            </a:extLst>
          </p:cNvPr>
          <p:cNvGrpSpPr/>
          <p:nvPr/>
        </p:nvGrpSpPr>
        <p:grpSpPr>
          <a:xfrm>
            <a:off x="4263775" y="3359027"/>
            <a:ext cx="254000" cy="197012"/>
            <a:chOff x="598491" y="2854027"/>
            <a:chExt cx="254000" cy="197012"/>
          </a:xfrm>
          <a:solidFill>
            <a:srgbClr val="000000"/>
          </a:solidFill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3B77979-4275-2D90-8539-54801DBACF3B}"/>
                </a:ext>
              </a:extLst>
            </p:cNvPr>
            <p:cNvSpPr/>
            <p:nvPr/>
          </p:nvSpPr>
          <p:spPr>
            <a:xfrm>
              <a:off x="620413" y="2854027"/>
              <a:ext cx="210162" cy="140027"/>
            </a:xfrm>
            <a:custGeom>
              <a:avLst/>
              <a:gdLst>
                <a:gd name="csX0" fmla="*/ 0 w 210162"/>
                <a:gd name="csY0" fmla="*/ 13291 h 140027"/>
                <a:gd name="csX1" fmla="*/ 13291 w 210162"/>
                <a:gd name="csY1" fmla="*/ 0 h 140027"/>
                <a:gd name="csX2" fmla="*/ 196872 w 210162"/>
                <a:gd name="csY2" fmla="*/ 0 h 140027"/>
                <a:gd name="csX3" fmla="*/ 210162 w 210162"/>
                <a:gd name="csY3" fmla="*/ 13291 h 140027"/>
                <a:gd name="csX4" fmla="*/ 210162 w 210162"/>
                <a:gd name="csY4" fmla="*/ 134121 h 140027"/>
                <a:gd name="csX5" fmla="*/ 204256 w 210162"/>
                <a:gd name="csY5" fmla="*/ 140028 h 140027"/>
                <a:gd name="csX6" fmla="*/ 5907 w 210162"/>
                <a:gd name="csY6" fmla="*/ 140028 h 140027"/>
                <a:gd name="csX7" fmla="*/ 0 w 210162"/>
                <a:gd name="csY7" fmla="*/ 134121 h 140027"/>
                <a:gd name="csX8" fmla="*/ 13291 w 210162"/>
                <a:gd name="csY8" fmla="*/ 11814 h 140027"/>
                <a:gd name="csX9" fmla="*/ 11814 w 210162"/>
                <a:gd name="csY9" fmla="*/ 13291 h 140027"/>
                <a:gd name="csX10" fmla="*/ 11814 w 210162"/>
                <a:gd name="csY10" fmla="*/ 128214 h 140027"/>
                <a:gd name="csX11" fmla="*/ 198349 w 210162"/>
                <a:gd name="csY11" fmla="*/ 128214 h 140027"/>
                <a:gd name="csX12" fmla="*/ 198349 w 210162"/>
                <a:gd name="csY12" fmla="*/ 13291 h 140027"/>
                <a:gd name="csX13" fmla="*/ 196872 w 210162"/>
                <a:gd name="csY13" fmla="*/ 11814 h 140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0162" h="140027">
                  <a:moveTo>
                    <a:pt x="0" y="13291"/>
                  </a:moveTo>
                  <a:cubicBezTo>
                    <a:pt x="0" y="5950"/>
                    <a:pt x="5950" y="0"/>
                    <a:pt x="13291" y="0"/>
                  </a:cubicBezTo>
                  <a:lnTo>
                    <a:pt x="196872" y="0"/>
                  </a:lnTo>
                  <a:cubicBezTo>
                    <a:pt x="204212" y="0"/>
                    <a:pt x="210162" y="5950"/>
                    <a:pt x="210162" y="13291"/>
                  </a:cubicBezTo>
                  <a:lnTo>
                    <a:pt x="210162" y="134121"/>
                  </a:lnTo>
                  <a:cubicBezTo>
                    <a:pt x="210162" y="137383"/>
                    <a:pt x="207518" y="140028"/>
                    <a:pt x="204256" y="140028"/>
                  </a:cubicBezTo>
                  <a:lnTo>
                    <a:pt x="5907" y="140028"/>
                  </a:lnTo>
                  <a:cubicBezTo>
                    <a:pt x="2645" y="140028"/>
                    <a:pt x="0" y="137383"/>
                    <a:pt x="0" y="134121"/>
                  </a:cubicBezTo>
                  <a:close/>
                  <a:moveTo>
                    <a:pt x="13291" y="11814"/>
                  </a:moveTo>
                  <a:cubicBezTo>
                    <a:pt x="12475" y="11814"/>
                    <a:pt x="11814" y="12475"/>
                    <a:pt x="11814" y="13291"/>
                  </a:cubicBezTo>
                  <a:lnTo>
                    <a:pt x="11814" y="128214"/>
                  </a:lnTo>
                  <a:lnTo>
                    <a:pt x="198349" y="128214"/>
                  </a:lnTo>
                  <a:lnTo>
                    <a:pt x="198349" y="13291"/>
                  </a:lnTo>
                  <a:cubicBezTo>
                    <a:pt x="198349" y="12475"/>
                    <a:pt x="197687" y="11814"/>
                    <a:pt x="196872" y="11814"/>
                  </a:cubicBez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90AEC13A-BD6C-485A-7D4D-81D66B9FF74A}"/>
                </a:ext>
              </a:extLst>
            </p:cNvPr>
            <p:cNvSpPr/>
            <p:nvPr/>
          </p:nvSpPr>
          <p:spPr>
            <a:xfrm>
              <a:off x="598491" y="3022788"/>
              <a:ext cx="253996" cy="28251"/>
            </a:xfrm>
            <a:custGeom>
              <a:avLst/>
              <a:gdLst>
                <a:gd name="csX0" fmla="*/ 0 w 253996"/>
                <a:gd name="csY0" fmla="*/ 5907 h 28251"/>
                <a:gd name="csX1" fmla="*/ 5907 w 253996"/>
                <a:gd name="csY1" fmla="*/ 0 h 28251"/>
                <a:gd name="csX2" fmla="*/ 248089 w 253996"/>
                <a:gd name="csY2" fmla="*/ 0 h 28251"/>
                <a:gd name="csX3" fmla="*/ 253996 w 253996"/>
                <a:gd name="csY3" fmla="*/ 5907 h 28251"/>
                <a:gd name="csX4" fmla="*/ 253996 w 253996"/>
                <a:gd name="csY4" fmla="*/ 14961 h 28251"/>
                <a:gd name="csX5" fmla="*/ 240706 w 253996"/>
                <a:gd name="csY5" fmla="*/ 28252 h 28251"/>
                <a:gd name="csX6" fmla="*/ 13290 w 253996"/>
                <a:gd name="csY6" fmla="*/ 28252 h 28251"/>
                <a:gd name="csX7" fmla="*/ 0 w 253996"/>
                <a:gd name="csY7" fmla="*/ 14961 h 28251"/>
                <a:gd name="csX8" fmla="*/ 11814 w 253996"/>
                <a:gd name="csY8" fmla="*/ 11813 h 28251"/>
                <a:gd name="csX9" fmla="*/ 11814 w 253996"/>
                <a:gd name="csY9" fmla="*/ 14961 h 28251"/>
                <a:gd name="csX10" fmla="*/ 13290 w 253996"/>
                <a:gd name="csY10" fmla="*/ 16438 h 28251"/>
                <a:gd name="csX11" fmla="*/ 240706 w 253996"/>
                <a:gd name="csY11" fmla="*/ 16438 h 28251"/>
                <a:gd name="csX12" fmla="*/ 242182 w 253996"/>
                <a:gd name="csY12" fmla="*/ 14961 h 28251"/>
                <a:gd name="csX13" fmla="*/ 242182 w 253996"/>
                <a:gd name="csY13" fmla="*/ 11813 h 28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3996" h="28251">
                  <a:moveTo>
                    <a:pt x="0" y="5907"/>
                  </a:moveTo>
                  <a:cubicBezTo>
                    <a:pt x="0" y="2645"/>
                    <a:pt x="2645" y="0"/>
                    <a:pt x="5907" y="0"/>
                  </a:cubicBezTo>
                  <a:lnTo>
                    <a:pt x="248089" y="0"/>
                  </a:lnTo>
                  <a:cubicBezTo>
                    <a:pt x="251351" y="0"/>
                    <a:pt x="253996" y="2645"/>
                    <a:pt x="253996" y="5907"/>
                  </a:cubicBezTo>
                  <a:lnTo>
                    <a:pt x="253996" y="14961"/>
                  </a:lnTo>
                  <a:cubicBezTo>
                    <a:pt x="253996" y="22301"/>
                    <a:pt x="248046" y="28252"/>
                    <a:pt x="240706" y="28252"/>
                  </a:cubicBezTo>
                  <a:lnTo>
                    <a:pt x="13290" y="28252"/>
                  </a:lnTo>
                  <a:cubicBezTo>
                    <a:pt x="5950" y="28252"/>
                    <a:pt x="0" y="22301"/>
                    <a:pt x="0" y="14961"/>
                  </a:cubicBezTo>
                  <a:close/>
                  <a:moveTo>
                    <a:pt x="11814" y="11813"/>
                  </a:moveTo>
                  <a:lnTo>
                    <a:pt x="11814" y="14961"/>
                  </a:lnTo>
                  <a:cubicBezTo>
                    <a:pt x="11814" y="15776"/>
                    <a:pt x="12475" y="16438"/>
                    <a:pt x="13290" y="16438"/>
                  </a:cubicBezTo>
                  <a:lnTo>
                    <a:pt x="240706" y="16438"/>
                  </a:lnTo>
                  <a:cubicBezTo>
                    <a:pt x="241521" y="16438"/>
                    <a:pt x="242182" y="15776"/>
                    <a:pt x="242182" y="14961"/>
                  </a:cubicBezTo>
                  <a:lnTo>
                    <a:pt x="242182" y="11813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0799C0B-D794-B757-0620-AAA1C701431A}"/>
                </a:ext>
              </a:extLst>
            </p:cNvPr>
            <p:cNvSpPr/>
            <p:nvPr/>
          </p:nvSpPr>
          <p:spPr>
            <a:xfrm>
              <a:off x="598495" y="2982017"/>
              <a:ext cx="253996" cy="52360"/>
            </a:xfrm>
            <a:custGeom>
              <a:avLst/>
              <a:gdLst>
                <a:gd name="csX0" fmla="*/ 22628 w 253996"/>
                <a:gd name="csY0" fmla="*/ 3098 h 52360"/>
                <a:gd name="csX1" fmla="*/ 27824 w 253996"/>
                <a:gd name="csY1" fmla="*/ 0 h 52360"/>
                <a:gd name="csX2" fmla="*/ 226172 w 253996"/>
                <a:gd name="csY2" fmla="*/ 0 h 52360"/>
                <a:gd name="csX3" fmla="*/ 231368 w 253996"/>
                <a:gd name="csY3" fmla="*/ 3098 h 52360"/>
                <a:gd name="csX4" fmla="*/ 253286 w 253996"/>
                <a:gd name="csY4" fmla="*/ 43644 h 52360"/>
                <a:gd name="csX5" fmla="*/ 253163 w 253996"/>
                <a:gd name="csY5" fmla="*/ 49478 h 52360"/>
                <a:gd name="csX6" fmla="*/ 248089 w 253996"/>
                <a:gd name="csY6" fmla="*/ 52360 h 52360"/>
                <a:gd name="csX7" fmla="*/ 5907 w 253996"/>
                <a:gd name="csY7" fmla="*/ 52360 h 52360"/>
                <a:gd name="csX8" fmla="*/ 833 w 253996"/>
                <a:gd name="csY8" fmla="*/ 49478 h 52360"/>
                <a:gd name="csX9" fmla="*/ 711 w 253996"/>
                <a:gd name="csY9" fmla="*/ 43644 h 52360"/>
                <a:gd name="csX10" fmla="*/ 31346 w 253996"/>
                <a:gd name="csY10" fmla="*/ 11814 h 52360"/>
                <a:gd name="csX11" fmla="*/ 15814 w 253996"/>
                <a:gd name="csY11" fmla="*/ 40546 h 52360"/>
                <a:gd name="csX12" fmla="*/ 91352 w 253996"/>
                <a:gd name="csY12" fmla="*/ 40546 h 52360"/>
                <a:gd name="csX13" fmla="*/ 95584 w 253996"/>
                <a:gd name="csY13" fmla="*/ 26157 h 52360"/>
                <a:gd name="csX14" fmla="*/ 101251 w 253996"/>
                <a:gd name="csY14" fmla="*/ 21917 h 52360"/>
                <a:gd name="csX15" fmla="*/ 153851 w 253996"/>
                <a:gd name="csY15" fmla="*/ 21917 h 52360"/>
                <a:gd name="csX16" fmla="*/ 159518 w 253996"/>
                <a:gd name="csY16" fmla="*/ 26157 h 52360"/>
                <a:gd name="csX17" fmla="*/ 163750 w 253996"/>
                <a:gd name="csY17" fmla="*/ 40546 h 52360"/>
                <a:gd name="csX18" fmla="*/ 238182 w 253996"/>
                <a:gd name="csY18" fmla="*/ 40546 h 52360"/>
                <a:gd name="csX19" fmla="*/ 222651 w 253996"/>
                <a:gd name="csY19" fmla="*/ 11814 h 52360"/>
                <a:gd name="csX20" fmla="*/ 151436 w 253996"/>
                <a:gd name="csY20" fmla="*/ 40546 h 52360"/>
                <a:gd name="csX21" fmla="*/ 149432 w 253996"/>
                <a:gd name="csY21" fmla="*/ 33731 h 52360"/>
                <a:gd name="csX22" fmla="*/ 105671 w 253996"/>
                <a:gd name="csY22" fmla="*/ 33731 h 52360"/>
                <a:gd name="csX23" fmla="*/ 103666 w 253996"/>
                <a:gd name="csY23" fmla="*/ 40546 h 52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53996" h="52360">
                  <a:moveTo>
                    <a:pt x="22628" y="3098"/>
                  </a:moveTo>
                  <a:cubicBezTo>
                    <a:pt x="23659" y="1190"/>
                    <a:pt x="25654" y="0"/>
                    <a:pt x="27824" y="0"/>
                  </a:cubicBezTo>
                  <a:lnTo>
                    <a:pt x="226172" y="0"/>
                  </a:lnTo>
                  <a:cubicBezTo>
                    <a:pt x="228342" y="0"/>
                    <a:pt x="230337" y="1190"/>
                    <a:pt x="231368" y="3098"/>
                  </a:cubicBezTo>
                  <a:lnTo>
                    <a:pt x="253286" y="43644"/>
                  </a:lnTo>
                  <a:cubicBezTo>
                    <a:pt x="254275" y="45475"/>
                    <a:pt x="254228" y="47691"/>
                    <a:pt x="253163" y="49478"/>
                  </a:cubicBezTo>
                  <a:cubicBezTo>
                    <a:pt x="252097" y="51265"/>
                    <a:pt x="250170" y="52360"/>
                    <a:pt x="248089" y="52360"/>
                  </a:cubicBezTo>
                  <a:lnTo>
                    <a:pt x="5907" y="52360"/>
                  </a:lnTo>
                  <a:cubicBezTo>
                    <a:pt x="3826" y="52360"/>
                    <a:pt x="1899" y="51265"/>
                    <a:pt x="833" y="49478"/>
                  </a:cubicBezTo>
                  <a:cubicBezTo>
                    <a:pt x="-232" y="47691"/>
                    <a:pt x="-279" y="45475"/>
                    <a:pt x="711" y="43644"/>
                  </a:cubicBezTo>
                  <a:close/>
                  <a:moveTo>
                    <a:pt x="31346" y="11814"/>
                  </a:moveTo>
                  <a:lnTo>
                    <a:pt x="15814" y="40546"/>
                  </a:lnTo>
                  <a:lnTo>
                    <a:pt x="91352" y="40546"/>
                  </a:lnTo>
                  <a:lnTo>
                    <a:pt x="95584" y="26157"/>
                  </a:lnTo>
                  <a:cubicBezTo>
                    <a:pt x="96323" y="23643"/>
                    <a:pt x="98631" y="21917"/>
                    <a:pt x="101251" y="21917"/>
                  </a:cubicBezTo>
                  <a:lnTo>
                    <a:pt x="153851" y="21917"/>
                  </a:lnTo>
                  <a:cubicBezTo>
                    <a:pt x="156472" y="21917"/>
                    <a:pt x="158779" y="23643"/>
                    <a:pt x="159518" y="26157"/>
                  </a:cubicBezTo>
                  <a:lnTo>
                    <a:pt x="163750" y="40546"/>
                  </a:lnTo>
                  <a:lnTo>
                    <a:pt x="238182" y="40546"/>
                  </a:lnTo>
                  <a:lnTo>
                    <a:pt x="222651" y="11814"/>
                  </a:lnTo>
                  <a:close/>
                  <a:moveTo>
                    <a:pt x="151436" y="40546"/>
                  </a:moveTo>
                  <a:lnTo>
                    <a:pt x="149432" y="33731"/>
                  </a:lnTo>
                  <a:lnTo>
                    <a:pt x="105671" y="33731"/>
                  </a:lnTo>
                  <a:lnTo>
                    <a:pt x="103666" y="40546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0" name="Pic">
            <a:extLst>
              <a:ext uri="{FF2B5EF4-FFF2-40B4-BE49-F238E27FC236}">
                <a16:creationId xmlns:a16="http://schemas.microsoft.com/office/drawing/2014/main" id="{CD064E3C-25D5-EBAD-1943-52E980EBE6ED}"/>
              </a:ext>
            </a:extLst>
          </p:cNvPr>
          <p:cNvGrpSpPr/>
          <p:nvPr/>
        </p:nvGrpSpPr>
        <p:grpSpPr>
          <a:xfrm>
            <a:off x="4586842" y="3359027"/>
            <a:ext cx="254000" cy="197012"/>
            <a:chOff x="598491" y="2854027"/>
            <a:chExt cx="254000" cy="197012"/>
          </a:xfrm>
          <a:solidFill>
            <a:srgbClr val="000000"/>
          </a:solidFill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64D387E-1EDC-4EB4-5287-520575C9C41D}"/>
                </a:ext>
              </a:extLst>
            </p:cNvPr>
            <p:cNvSpPr/>
            <p:nvPr/>
          </p:nvSpPr>
          <p:spPr>
            <a:xfrm>
              <a:off x="620413" y="2854027"/>
              <a:ext cx="210162" cy="140027"/>
            </a:xfrm>
            <a:custGeom>
              <a:avLst/>
              <a:gdLst>
                <a:gd name="csX0" fmla="*/ 0 w 210162"/>
                <a:gd name="csY0" fmla="*/ 13291 h 140027"/>
                <a:gd name="csX1" fmla="*/ 13291 w 210162"/>
                <a:gd name="csY1" fmla="*/ 0 h 140027"/>
                <a:gd name="csX2" fmla="*/ 196872 w 210162"/>
                <a:gd name="csY2" fmla="*/ 0 h 140027"/>
                <a:gd name="csX3" fmla="*/ 210162 w 210162"/>
                <a:gd name="csY3" fmla="*/ 13291 h 140027"/>
                <a:gd name="csX4" fmla="*/ 210162 w 210162"/>
                <a:gd name="csY4" fmla="*/ 134121 h 140027"/>
                <a:gd name="csX5" fmla="*/ 204256 w 210162"/>
                <a:gd name="csY5" fmla="*/ 140028 h 140027"/>
                <a:gd name="csX6" fmla="*/ 5907 w 210162"/>
                <a:gd name="csY6" fmla="*/ 140028 h 140027"/>
                <a:gd name="csX7" fmla="*/ 0 w 210162"/>
                <a:gd name="csY7" fmla="*/ 134121 h 140027"/>
                <a:gd name="csX8" fmla="*/ 13291 w 210162"/>
                <a:gd name="csY8" fmla="*/ 11814 h 140027"/>
                <a:gd name="csX9" fmla="*/ 11814 w 210162"/>
                <a:gd name="csY9" fmla="*/ 13291 h 140027"/>
                <a:gd name="csX10" fmla="*/ 11814 w 210162"/>
                <a:gd name="csY10" fmla="*/ 128214 h 140027"/>
                <a:gd name="csX11" fmla="*/ 198349 w 210162"/>
                <a:gd name="csY11" fmla="*/ 128214 h 140027"/>
                <a:gd name="csX12" fmla="*/ 198349 w 210162"/>
                <a:gd name="csY12" fmla="*/ 13291 h 140027"/>
                <a:gd name="csX13" fmla="*/ 196872 w 210162"/>
                <a:gd name="csY13" fmla="*/ 11814 h 1400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10162" h="140027">
                  <a:moveTo>
                    <a:pt x="0" y="13291"/>
                  </a:moveTo>
                  <a:cubicBezTo>
                    <a:pt x="0" y="5950"/>
                    <a:pt x="5950" y="0"/>
                    <a:pt x="13291" y="0"/>
                  </a:cubicBezTo>
                  <a:lnTo>
                    <a:pt x="196872" y="0"/>
                  </a:lnTo>
                  <a:cubicBezTo>
                    <a:pt x="204212" y="0"/>
                    <a:pt x="210162" y="5950"/>
                    <a:pt x="210162" y="13291"/>
                  </a:cubicBezTo>
                  <a:lnTo>
                    <a:pt x="210162" y="134121"/>
                  </a:lnTo>
                  <a:cubicBezTo>
                    <a:pt x="210162" y="137383"/>
                    <a:pt x="207518" y="140028"/>
                    <a:pt x="204256" y="140028"/>
                  </a:cubicBezTo>
                  <a:lnTo>
                    <a:pt x="5907" y="140028"/>
                  </a:lnTo>
                  <a:cubicBezTo>
                    <a:pt x="2645" y="140028"/>
                    <a:pt x="0" y="137383"/>
                    <a:pt x="0" y="134121"/>
                  </a:cubicBezTo>
                  <a:close/>
                  <a:moveTo>
                    <a:pt x="13291" y="11814"/>
                  </a:moveTo>
                  <a:cubicBezTo>
                    <a:pt x="12475" y="11814"/>
                    <a:pt x="11814" y="12475"/>
                    <a:pt x="11814" y="13291"/>
                  </a:cubicBezTo>
                  <a:lnTo>
                    <a:pt x="11814" y="128214"/>
                  </a:lnTo>
                  <a:lnTo>
                    <a:pt x="198349" y="128214"/>
                  </a:lnTo>
                  <a:lnTo>
                    <a:pt x="198349" y="13291"/>
                  </a:lnTo>
                  <a:cubicBezTo>
                    <a:pt x="198349" y="12475"/>
                    <a:pt x="197687" y="11814"/>
                    <a:pt x="196872" y="11814"/>
                  </a:cubicBez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FBA2BF5F-B382-458F-759F-756A8FDAB292}"/>
                </a:ext>
              </a:extLst>
            </p:cNvPr>
            <p:cNvSpPr/>
            <p:nvPr/>
          </p:nvSpPr>
          <p:spPr>
            <a:xfrm>
              <a:off x="598491" y="3022788"/>
              <a:ext cx="253996" cy="28251"/>
            </a:xfrm>
            <a:custGeom>
              <a:avLst/>
              <a:gdLst>
                <a:gd name="csX0" fmla="*/ 0 w 253996"/>
                <a:gd name="csY0" fmla="*/ 5907 h 28251"/>
                <a:gd name="csX1" fmla="*/ 5907 w 253996"/>
                <a:gd name="csY1" fmla="*/ 0 h 28251"/>
                <a:gd name="csX2" fmla="*/ 248089 w 253996"/>
                <a:gd name="csY2" fmla="*/ 0 h 28251"/>
                <a:gd name="csX3" fmla="*/ 253996 w 253996"/>
                <a:gd name="csY3" fmla="*/ 5907 h 28251"/>
                <a:gd name="csX4" fmla="*/ 253996 w 253996"/>
                <a:gd name="csY4" fmla="*/ 14961 h 28251"/>
                <a:gd name="csX5" fmla="*/ 240706 w 253996"/>
                <a:gd name="csY5" fmla="*/ 28252 h 28251"/>
                <a:gd name="csX6" fmla="*/ 13290 w 253996"/>
                <a:gd name="csY6" fmla="*/ 28252 h 28251"/>
                <a:gd name="csX7" fmla="*/ 0 w 253996"/>
                <a:gd name="csY7" fmla="*/ 14961 h 28251"/>
                <a:gd name="csX8" fmla="*/ 11814 w 253996"/>
                <a:gd name="csY8" fmla="*/ 11813 h 28251"/>
                <a:gd name="csX9" fmla="*/ 11814 w 253996"/>
                <a:gd name="csY9" fmla="*/ 14961 h 28251"/>
                <a:gd name="csX10" fmla="*/ 13290 w 253996"/>
                <a:gd name="csY10" fmla="*/ 16438 h 28251"/>
                <a:gd name="csX11" fmla="*/ 240706 w 253996"/>
                <a:gd name="csY11" fmla="*/ 16438 h 28251"/>
                <a:gd name="csX12" fmla="*/ 242182 w 253996"/>
                <a:gd name="csY12" fmla="*/ 14961 h 28251"/>
                <a:gd name="csX13" fmla="*/ 242182 w 253996"/>
                <a:gd name="csY13" fmla="*/ 11813 h 282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53996" h="28251">
                  <a:moveTo>
                    <a:pt x="0" y="5907"/>
                  </a:moveTo>
                  <a:cubicBezTo>
                    <a:pt x="0" y="2645"/>
                    <a:pt x="2645" y="0"/>
                    <a:pt x="5907" y="0"/>
                  </a:cubicBezTo>
                  <a:lnTo>
                    <a:pt x="248089" y="0"/>
                  </a:lnTo>
                  <a:cubicBezTo>
                    <a:pt x="251351" y="0"/>
                    <a:pt x="253996" y="2645"/>
                    <a:pt x="253996" y="5907"/>
                  </a:cubicBezTo>
                  <a:lnTo>
                    <a:pt x="253996" y="14961"/>
                  </a:lnTo>
                  <a:cubicBezTo>
                    <a:pt x="253996" y="22301"/>
                    <a:pt x="248046" y="28252"/>
                    <a:pt x="240706" y="28252"/>
                  </a:cubicBezTo>
                  <a:lnTo>
                    <a:pt x="13290" y="28252"/>
                  </a:lnTo>
                  <a:cubicBezTo>
                    <a:pt x="5950" y="28252"/>
                    <a:pt x="0" y="22301"/>
                    <a:pt x="0" y="14961"/>
                  </a:cubicBezTo>
                  <a:close/>
                  <a:moveTo>
                    <a:pt x="11814" y="11813"/>
                  </a:moveTo>
                  <a:lnTo>
                    <a:pt x="11814" y="14961"/>
                  </a:lnTo>
                  <a:cubicBezTo>
                    <a:pt x="11814" y="15776"/>
                    <a:pt x="12475" y="16438"/>
                    <a:pt x="13290" y="16438"/>
                  </a:cubicBezTo>
                  <a:lnTo>
                    <a:pt x="240706" y="16438"/>
                  </a:lnTo>
                  <a:cubicBezTo>
                    <a:pt x="241521" y="16438"/>
                    <a:pt x="242182" y="15776"/>
                    <a:pt x="242182" y="14961"/>
                  </a:cubicBezTo>
                  <a:lnTo>
                    <a:pt x="242182" y="11813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24D81B23-B281-C76B-92D7-EF2F89AC839F}"/>
                </a:ext>
              </a:extLst>
            </p:cNvPr>
            <p:cNvSpPr/>
            <p:nvPr/>
          </p:nvSpPr>
          <p:spPr>
            <a:xfrm>
              <a:off x="598495" y="2982017"/>
              <a:ext cx="253996" cy="52360"/>
            </a:xfrm>
            <a:custGeom>
              <a:avLst/>
              <a:gdLst>
                <a:gd name="csX0" fmla="*/ 22628 w 253996"/>
                <a:gd name="csY0" fmla="*/ 3098 h 52360"/>
                <a:gd name="csX1" fmla="*/ 27824 w 253996"/>
                <a:gd name="csY1" fmla="*/ 0 h 52360"/>
                <a:gd name="csX2" fmla="*/ 226172 w 253996"/>
                <a:gd name="csY2" fmla="*/ 0 h 52360"/>
                <a:gd name="csX3" fmla="*/ 231368 w 253996"/>
                <a:gd name="csY3" fmla="*/ 3098 h 52360"/>
                <a:gd name="csX4" fmla="*/ 253286 w 253996"/>
                <a:gd name="csY4" fmla="*/ 43644 h 52360"/>
                <a:gd name="csX5" fmla="*/ 253163 w 253996"/>
                <a:gd name="csY5" fmla="*/ 49478 h 52360"/>
                <a:gd name="csX6" fmla="*/ 248089 w 253996"/>
                <a:gd name="csY6" fmla="*/ 52360 h 52360"/>
                <a:gd name="csX7" fmla="*/ 5907 w 253996"/>
                <a:gd name="csY7" fmla="*/ 52360 h 52360"/>
                <a:gd name="csX8" fmla="*/ 833 w 253996"/>
                <a:gd name="csY8" fmla="*/ 49478 h 52360"/>
                <a:gd name="csX9" fmla="*/ 711 w 253996"/>
                <a:gd name="csY9" fmla="*/ 43644 h 52360"/>
                <a:gd name="csX10" fmla="*/ 31346 w 253996"/>
                <a:gd name="csY10" fmla="*/ 11814 h 52360"/>
                <a:gd name="csX11" fmla="*/ 15814 w 253996"/>
                <a:gd name="csY11" fmla="*/ 40546 h 52360"/>
                <a:gd name="csX12" fmla="*/ 91352 w 253996"/>
                <a:gd name="csY12" fmla="*/ 40546 h 52360"/>
                <a:gd name="csX13" fmla="*/ 95584 w 253996"/>
                <a:gd name="csY13" fmla="*/ 26157 h 52360"/>
                <a:gd name="csX14" fmla="*/ 101251 w 253996"/>
                <a:gd name="csY14" fmla="*/ 21917 h 52360"/>
                <a:gd name="csX15" fmla="*/ 153851 w 253996"/>
                <a:gd name="csY15" fmla="*/ 21917 h 52360"/>
                <a:gd name="csX16" fmla="*/ 159518 w 253996"/>
                <a:gd name="csY16" fmla="*/ 26157 h 52360"/>
                <a:gd name="csX17" fmla="*/ 163750 w 253996"/>
                <a:gd name="csY17" fmla="*/ 40546 h 52360"/>
                <a:gd name="csX18" fmla="*/ 238182 w 253996"/>
                <a:gd name="csY18" fmla="*/ 40546 h 52360"/>
                <a:gd name="csX19" fmla="*/ 222651 w 253996"/>
                <a:gd name="csY19" fmla="*/ 11814 h 52360"/>
                <a:gd name="csX20" fmla="*/ 151436 w 253996"/>
                <a:gd name="csY20" fmla="*/ 40546 h 52360"/>
                <a:gd name="csX21" fmla="*/ 149432 w 253996"/>
                <a:gd name="csY21" fmla="*/ 33731 h 52360"/>
                <a:gd name="csX22" fmla="*/ 105671 w 253996"/>
                <a:gd name="csY22" fmla="*/ 33731 h 52360"/>
                <a:gd name="csX23" fmla="*/ 103666 w 253996"/>
                <a:gd name="csY23" fmla="*/ 40546 h 523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53996" h="52360">
                  <a:moveTo>
                    <a:pt x="22628" y="3098"/>
                  </a:moveTo>
                  <a:cubicBezTo>
                    <a:pt x="23659" y="1190"/>
                    <a:pt x="25654" y="0"/>
                    <a:pt x="27824" y="0"/>
                  </a:cubicBezTo>
                  <a:lnTo>
                    <a:pt x="226172" y="0"/>
                  </a:lnTo>
                  <a:cubicBezTo>
                    <a:pt x="228342" y="0"/>
                    <a:pt x="230337" y="1190"/>
                    <a:pt x="231368" y="3098"/>
                  </a:cubicBezTo>
                  <a:lnTo>
                    <a:pt x="253286" y="43644"/>
                  </a:lnTo>
                  <a:cubicBezTo>
                    <a:pt x="254275" y="45475"/>
                    <a:pt x="254228" y="47691"/>
                    <a:pt x="253163" y="49478"/>
                  </a:cubicBezTo>
                  <a:cubicBezTo>
                    <a:pt x="252097" y="51265"/>
                    <a:pt x="250170" y="52360"/>
                    <a:pt x="248089" y="52360"/>
                  </a:cubicBezTo>
                  <a:lnTo>
                    <a:pt x="5907" y="52360"/>
                  </a:lnTo>
                  <a:cubicBezTo>
                    <a:pt x="3826" y="52360"/>
                    <a:pt x="1899" y="51265"/>
                    <a:pt x="833" y="49478"/>
                  </a:cubicBezTo>
                  <a:cubicBezTo>
                    <a:pt x="-232" y="47691"/>
                    <a:pt x="-279" y="45475"/>
                    <a:pt x="711" y="43644"/>
                  </a:cubicBezTo>
                  <a:close/>
                  <a:moveTo>
                    <a:pt x="31346" y="11814"/>
                  </a:moveTo>
                  <a:lnTo>
                    <a:pt x="15814" y="40546"/>
                  </a:lnTo>
                  <a:lnTo>
                    <a:pt x="91352" y="40546"/>
                  </a:lnTo>
                  <a:lnTo>
                    <a:pt x="95584" y="26157"/>
                  </a:lnTo>
                  <a:cubicBezTo>
                    <a:pt x="96323" y="23643"/>
                    <a:pt x="98631" y="21917"/>
                    <a:pt x="101251" y="21917"/>
                  </a:cubicBezTo>
                  <a:lnTo>
                    <a:pt x="153851" y="21917"/>
                  </a:lnTo>
                  <a:cubicBezTo>
                    <a:pt x="156472" y="21917"/>
                    <a:pt x="158779" y="23643"/>
                    <a:pt x="159518" y="26157"/>
                  </a:cubicBezTo>
                  <a:lnTo>
                    <a:pt x="163750" y="40546"/>
                  </a:lnTo>
                  <a:lnTo>
                    <a:pt x="238182" y="40546"/>
                  </a:lnTo>
                  <a:lnTo>
                    <a:pt x="222651" y="11814"/>
                  </a:lnTo>
                  <a:close/>
                  <a:moveTo>
                    <a:pt x="151436" y="40546"/>
                  </a:moveTo>
                  <a:lnTo>
                    <a:pt x="149432" y="33731"/>
                  </a:lnTo>
                  <a:lnTo>
                    <a:pt x="105671" y="33731"/>
                  </a:lnTo>
                  <a:lnTo>
                    <a:pt x="103666" y="40546"/>
                  </a:lnTo>
                  <a:close/>
                </a:path>
              </a:pathLst>
            </a:custGeom>
            <a:solidFill>
              <a:srgbClr val="000000"/>
            </a:solidFill>
            <a:ln w="484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4" name="Freeform 93">
            <a:extLst>
              <a:ext uri="{FF2B5EF4-FFF2-40B4-BE49-F238E27FC236}">
                <a16:creationId xmlns:a16="http://schemas.microsoft.com/office/drawing/2014/main" id="{0EEC207F-F7F9-EA6E-E488-48C80147B891}"/>
              </a:ext>
            </a:extLst>
          </p:cNvPr>
          <p:cNvSpPr/>
          <p:nvPr/>
        </p:nvSpPr>
        <p:spPr>
          <a:xfrm>
            <a:off x="4893485" y="3314018"/>
            <a:ext cx="253999" cy="242021"/>
          </a:xfrm>
          <a:custGeom>
            <a:avLst/>
            <a:gdLst>
              <a:gd name="csX0" fmla="*/ 131260 w 253999"/>
              <a:gd name="csY0" fmla="*/ 2842 h 242021"/>
              <a:gd name="csX1" fmla="*/ 164213 w 253999"/>
              <a:gd name="csY1" fmla="*/ 82071 h 242021"/>
              <a:gd name="csX2" fmla="*/ 249748 w 253999"/>
              <a:gd name="csY2" fmla="*/ 88928 h 242021"/>
              <a:gd name="csX3" fmla="*/ 252380 w 253999"/>
              <a:gd name="csY3" fmla="*/ 97031 h 242021"/>
              <a:gd name="csX4" fmla="*/ 187213 w 253999"/>
              <a:gd name="csY4" fmla="*/ 152855 h 242021"/>
              <a:gd name="csX5" fmla="*/ 207123 w 253999"/>
              <a:gd name="csY5" fmla="*/ 236322 h 242021"/>
              <a:gd name="csX6" fmla="*/ 200230 w 253999"/>
              <a:gd name="csY6" fmla="*/ 241331 h 242021"/>
              <a:gd name="csX7" fmla="*/ 127000 w 253999"/>
              <a:gd name="csY7" fmla="*/ 196602 h 242021"/>
              <a:gd name="csX8" fmla="*/ 53770 w 253999"/>
              <a:gd name="csY8" fmla="*/ 241331 h 242021"/>
              <a:gd name="csX9" fmla="*/ 46877 w 253999"/>
              <a:gd name="csY9" fmla="*/ 236323 h 242021"/>
              <a:gd name="csX10" fmla="*/ 66787 w 253999"/>
              <a:gd name="csY10" fmla="*/ 152856 h 242021"/>
              <a:gd name="csX11" fmla="*/ 1619 w 253999"/>
              <a:gd name="csY11" fmla="*/ 97031 h 242021"/>
              <a:gd name="csX12" fmla="*/ 4252 w 253999"/>
              <a:gd name="csY12" fmla="*/ 88928 h 242021"/>
              <a:gd name="csX13" fmla="*/ 89786 w 253999"/>
              <a:gd name="csY13" fmla="*/ 82071 h 242021"/>
              <a:gd name="csX14" fmla="*/ 122739 w 253999"/>
              <a:gd name="csY14" fmla="*/ 2842 h 242021"/>
              <a:gd name="csX15" fmla="*/ 131260 w 253999"/>
              <a:gd name="csY15" fmla="*/ 2842 h 24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3999" h="242021">
                <a:moveTo>
                  <a:pt x="131260" y="2842"/>
                </a:moveTo>
                <a:lnTo>
                  <a:pt x="164213" y="82071"/>
                </a:lnTo>
                <a:lnTo>
                  <a:pt x="249748" y="88928"/>
                </a:lnTo>
                <a:cubicBezTo>
                  <a:pt x="253838" y="89256"/>
                  <a:pt x="255497" y="94362"/>
                  <a:pt x="252380" y="97031"/>
                </a:cubicBezTo>
                <a:lnTo>
                  <a:pt x="187213" y="152855"/>
                </a:lnTo>
                <a:lnTo>
                  <a:pt x="207123" y="236322"/>
                </a:lnTo>
                <a:cubicBezTo>
                  <a:pt x="208075" y="240315"/>
                  <a:pt x="203732" y="243470"/>
                  <a:pt x="200230" y="241331"/>
                </a:cubicBezTo>
                <a:lnTo>
                  <a:pt x="127000" y="196602"/>
                </a:lnTo>
                <a:lnTo>
                  <a:pt x="53770" y="241331"/>
                </a:lnTo>
                <a:cubicBezTo>
                  <a:pt x="50268" y="243470"/>
                  <a:pt x="45925" y="240315"/>
                  <a:pt x="46877" y="236323"/>
                </a:cubicBezTo>
                <a:lnTo>
                  <a:pt x="66787" y="152856"/>
                </a:lnTo>
                <a:lnTo>
                  <a:pt x="1619" y="97031"/>
                </a:lnTo>
                <a:cubicBezTo>
                  <a:pt x="-1498" y="94361"/>
                  <a:pt x="161" y="89256"/>
                  <a:pt x="4252" y="88928"/>
                </a:cubicBezTo>
                <a:lnTo>
                  <a:pt x="89786" y="82071"/>
                </a:lnTo>
                <a:lnTo>
                  <a:pt x="122739" y="2842"/>
                </a:lnTo>
                <a:cubicBezTo>
                  <a:pt x="124316" y="-947"/>
                  <a:pt x="129683" y="-947"/>
                  <a:pt x="131260" y="2842"/>
                </a:cubicBezTo>
                <a:close/>
              </a:path>
            </a:pathLst>
          </a:custGeom>
          <a:solidFill>
            <a:srgbClr val="FFDC64"/>
          </a:solidFill>
          <a:ln w="48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5C72D00-4602-6436-C862-B87C47B1A6DD}"/>
              </a:ext>
            </a:extLst>
          </p:cNvPr>
          <p:cNvSpPr txBox="1"/>
          <p:nvPr/>
        </p:nvSpPr>
        <p:spPr>
          <a:xfrm>
            <a:off x="7579285" y="160811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…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4BB3570-709B-9DB7-898E-2AD0F38D926B}"/>
              </a:ext>
            </a:extLst>
          </p:cNvPr>
          <p:cNvSpPr txBox="1"/>
          <p:nvPr/>
        </p:nvSpPr>
        <p:spPr>
          <a:xfrm>
            <a:off x="7579285" y="325588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…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CF0FF41-E535-B012-8AEB-FBF8B887A83E}"/>
              </a:ext>
            </a:extLst>
          </p:cNvPr>
          <p:cNvSpPr/>
          <p:nvPr/>
        </p:nvSpPr>
        <p:spPr>
          <a:xfrm>
            <a:off x="2652039" y="1272383"/>
            <a:ext cx="3730908" cy="33855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0775E7-A212-390E-9860-57145E84C0DE}"/>
              </a:ext>
            </a:extLst>
          </p:cNvPr>
          <p:cNvSpPr txBox="1"/>
          <p:nvPr/>
        </p:nvSpPr>
        <p:spPr>
          <a:xfrm>
            <a:off x="2682035" y="1287506"/>
            <a:ext cx="37768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Organizational Conceptual Objective</a:t>
            </a:r>
          </a:p>
        </p:txBody>
      </p:sp>
    </p:spTree>
    <p:extLst>
      <p:ext uri="{BB962C8B-B14F-4D97-AF65-F5344CB8AC3E}">
        <p14:creationId xmlns:p14="http://schemas.microsoft.com/office/powerpoint/2010/main" val="360955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3B5D-BD30-5DE9-50F8-F2FE3C5C4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A6222BB-3434-5FEE-11AA-90184813C86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1E82A8-E820-AD4B-4E09-2FAF4CCC89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E72456-5F8D-2CB0-1440-68BB26D610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PROFESSORSHIP OF DIGITAL SERVICES</a:t>
            </a:r>
          </a:p>
          <a:p>
            <a:r>
              <a:rPr lang="en-US" dirty="0"/>
              <a:t>AND SUSTAINABILITY</a:t>
            </a:r>
          </a:p>
        </p:txBody>
      </p:sp>
      <p:sp>
        <p:nvSpPr>
          <p:cNvPr id="29" name="Foliennummernplatzhalter 28">
            <a:extLst>
              <a:ext uri="{FF2B5EF4-FFF2-40B4-BE49-F238E27FC236}">
                <a16:creationId xmlns:a16="http://schemas.microsoft.com/office/drawing/2014/main" id="{02BB7111-3210-F26B-CA31-FDFBBEC4E9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82BF16D-C877-B574-9B02-0EDABB7E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sz="2800" dirty="0"/>
              <a:t>Sample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9281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982F2-8FC6-A1EA-0A3B-AB1D8A8C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45E503E-55A7-3E9F-1564-DB2F67976F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88500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5E503E-55A7-3E9F-1564-DB2F67976F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AD3FE5A-CC73-867F-1982-0123FE94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00" y="590887"/>
            <a:ext cx="11302688" cy="447929"/>
          </a:xfrm>
        </p:spPr>
        <p:txBody>
          <a:bodyPr vert="horz" rIns="0"/>
          <a:lstStyle/>
          <a:p>
            <a:r>
              <a:rPr lang="en-GB" dirty="0"/>
              <a:t>Sample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BEA94-3017-9C53-6504-8C53EDE991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en-US" noProof="0" smtClean="0"/>
              <a:pPr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900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B1D89-91AD-3473-4630-AA41791B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01E82A8-E820-AD4B-4E09-2FAF4CCC89E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497131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2EFAD88-3C87-15F9-7729-A84DD23FBF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PROFESSORSHIP OF DIGITAL SERVICES</a:t>
            </a:r>
          </a:p>
          <a:p>
            <a:r>
              <a:rPr lang="en-US" dirty="0"/>
              <a:t>AND SUSTAINABILITY</a:t>
            </a:r>
          </a:p>
        </p:txBody>
      </p:sp>
      <p:sp>
        <p:nvSpPr>
          <p:cNvPr id="29" name="Foliennummernplatzhalter 28">
            <a:extLst>
              <a:ext uri="{FF2B5EF4-FFF2-40B4-BE49-F238E27FC236}">
                <a16:creationId xmlns:a16="http://schemas.microsoft.com/office/drawing/2014/main" id="{E544B018-D19A-1828-A301-881C754A98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150B-0CEE-4773-8AAA-22F479C02EE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6D9917-5490-EAA3-E240-39B2AE23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 sz="2800" dirty="0"/>
              <a:t>Sample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88802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D3C6-3989-82CE-244C-8E644C30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Literature</a:t>
            </a:r>
            <a:endParaRPr lang="de-DE">
              <a:cs typeface="Arial" panose="020B060402020202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336BB-4926-A8D6-3EC4-73D97E79E0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206372"/>
            <a:ext cx="11303000" cy="5763509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GB" sz="1100" err="1"/>
              <a:t>Ajimati</a:t>
            </a:r>
            <a:r>
              <a:rPr lang="en-GB" sz="1100"/>
              <a:t>, Matthew </a:t>
            </a:r>
            <a:r>
              <a:rPr lang="en-GB" sz="1100" err="1"/>
              <a:t>Oladeji</a:t>
            </a:r>
            <a:r>
              <a:rPr lang="en-GB" sz="1100"/>
              <a:t>, Noel Carroll, and Mary Maher. “Adoption of Low-Code and No-Code Development: A Systematic Literature Review and Future Research Agenda.” </a:t>
            </a:r>
            <a:r>
              <a:rPr lang="en-GB" sz="1100" i="1"/>
              <a:t>Journal of Systems and Software</a:t>
            </a:r>
            <a:r>
              <a:rPr lang="en-GB" sz="1100"/>
              <a:t> 222 (2025): 112300. </a:t>
            </a:r>
            <a:r>
              <a:rPr lang="en-GB" sz="1100">
                <a:hlinkClick r:id="rId2"/>
              </a:rPr>
              <a:t>https://doi.org/10.1016/j.jss.2024.112300</a:t>
            </a:r>
            <a:r>
              <a:rPr lang="en-GB" sz="1100"/>
              <a:t>.</a:t>
            </a:r>
          </a:p>
          <a:p>
            <a:r>
              <a:rPr lang="en-GB" sz="1100"/>
              <a:t>Carroll, Noel, and Mary Maher. “How Shell </a:t>
            </a:r>
            <a:r>
              <a:rPr lang="en-GB" sz="1100" err="1"/>
              <a:t>Fueled</a:t>
            </a:r>
            <a:r>
              <a:rPr lang="en-GB" sz="1100"/>
              <a:t> Digital Transformation by Establishing DIY Software Development.” </a:t>
            </a:r>
            <a:r>
              <a:rPr lang="en-GB" sz="1100" i="1"/>
              <a:t>MIS Quarterly Executive</a:t>
            </a:r>
            <a:r>
              <a:rPr lang="en-GB" sz="1100"/>
              <a:t> 22, no. 2 (2023): Article 3. </a:t>
            </a:r>
            <a:r>
              <a:rPr lang="en-GB" sz="1100">
                <a:hlinkClick r:id="rId3"/>
              </a:rPr>
              <a:t>https://aisel.aisnet.org/misqe/vol22/iss2/3</a:t>
            </a:r>
            <a:r>
              <a:rPr lang="en-GB" sz="1100"/>
              <a:t>.</a:t>
            </a:r>
          </a:p>
          <a:p>
            <a:r>
              <a:rPr lang="en-GB" sz="1100" err="1"/>
              <a:t>Elshan</a:t>
            </a:r>
            <a:r>
              <a:rPr lang="en-GB" sz="1100"/>
              <a:t>, </a:t>
            </a:r>
            <a:r>
              <a:rPr lang="en-GB" sz="1100" err="1"/>
              <a:t>Edona</a:t>
            </a:r>
            <a:r>
              <a:rPr lang="en-GB" sz="1100"/>
              <a:t>, Ernestine </a:t>
            </a:r>
            <a:r>
              <a:rPr lang="en-GB" sz="1100" err="1"/>
              <a:t>Dickhaut</a:t>
            </a:r>
            <a:r>
              <a:rPr lang="en-GB" sz="1100"/>
              <a:t>, and Philipp </a:t>
            </a:r>
            <a:r>
              <a:rPr lang="en-GB" sz="1100" err="1"/>
              <a:t>Ebel</a:t>
            </a:r>
            <a:r>
              <a:rPr lang="en-GB" sz="1100"/>
              <a:t>. “An Investigation of Why Low-Code Platforms Provide Answers and New Challenges.” In </a:t>
            </a:r>
            <a:r>
              <a:rPr lang="en-GB" sz="1100" i="1"/>
              <a:t>Proceedings of the Hawaii International Conference on System Sciences (HICSS)</a:t>
            </a:r>
            <a:r>
              <a:rPr lang="en-GB" sz="1100"/>
              <a:t>, 2023.</a:t>
            </a:r>
          </a:p>
          <a:p>
            <a:r>
              <a:rPr lang="en-GB" sz="1100"/>
              <a:t>Gartner. “Gartner Forecasts Worldwide Low-Code Development Technologies Market to Grow 20% in 2023.” Gartner, December 13, 2022. Accessed January 12, 2026. </a:t>
            </a:r>
            <a:r>
              <a:rPr lang="en-GB" sz="1100">
                <a:hlinkClick r:id="rId4"/>
              </a:rPr>
              <a:t>https://www.gartner.com/en/newsroom/press-releases/2022-12-13-gartner-forecasts-worldwide-low-code-development-technologies-market-to-grow-20-percent-in-2023</a:t>
            </a:r>
            <a:r>
              <a:rPr lang="en-GB" sz="1100"/>
              <a:t>.</a:t>
            </a:r>
          </a:p>
          <a:p>
            <a:r>
              <a:rPr lang="en-GB" sz="1100"/>
              <a:t>Heuer, Marvin, Christian Kurtz, and </a:t>
            </a:r>
            <a:r>
              <a:rPr lang="en-GB" sz="1100" err="1"/>
              <a:t>Tilo</a:t>
            </a:r>
            <a:r>
              <a:rPr lang="en-GB" sz="1100"/>
              <a:t> </a:t>
            </a:r>
            <a:r>
              <a:rPr lang="en-GB" sz="1100" err="1"/>
              <a:t>Böhmann</a:t>
            </a:r>
            <a:r>
              <a:rPr lang="en-GB" sz="1100"/>
              <a:t>. “Towards a Governance of Low-Code Development Platforms Using the Example of Microsoft Power Platform in a Multinational Company.” 2022.</a:t>
            </a:r>
          </a:p>
          <a:p>
            <a:r>
              <a:rPr lang="en-GB" sz="1100" err="1"/>
              <a:t>Holmström</a:t>
            </a:r>
            <a:r>
              <a:rPr lang="en-GB" sz="1100"/>
              <a:t>, Jonny, and Noel Carroll. “How Organizations Can Innovate with Generative AI.” </a:t>
            </a:r>
            <a:r>
              <a:rPr lang="en-GB" sz="1100" i="1"/>
              <a:t>Business Horizons</a:t>
            </a:r>
            <a:r>
              <a:rPr lang="en-GB" sz="1100"/>
              <a:t> 68, no. 5 (2025): 559–573. </a:t>
            </a:r>
            <a:r>
              <a:rPr lang="en-GB" sz="1100">
                <a:hlinkClick r:id="rId5"/>
              </a:rPr>
              <a:t>https://doi.org/10.1016/j.bushor.2024.02.010</a:t>
            </a:r>
            <a:r>
              <a:rPr lang="en-GB" sz="1100"/>
              <a:t>.</a:t>
            </a:r>
          </a:p>
          <a:p>
            <a:r>
              <a:rPr lang="en-GB" sz="1100" err="1"/>
              <a:t>Hoogsteen</a:t>
            </a:r>
            <a:r>
              <a:rPr lang="en-GB" sz="1100"/>
              <a:t>, </a:t>
            </a:r>
            <a:r>
              <a:rPr lang="en-GB" sz="1100" err="1"/>
              <a:t>Doortje</a:t>
            </a:r>
            <a:r>
              <a:rPr lang="en-GB" sz="1100"/>
              <a:t>, and Hans </a:t>
            </a:r>
            <a:r>
              <a:rPr lang="en-GB" sz="1100" err="1"/>
              <a:t>Borgman</a:t>
            </a:r>
            <a:r>
              <a:rPr lang="en-GB" sz="1100"/>
              <a:t>. “Empower the Workforce, Empower the Company? Citizen Development Adoption.” 2022.</a:t>
            </a:r>
          </a:p>
          <a:p>
            <a:r>
              <a:rPr lang="en-GB" sz="1100" err="1"/>
              <a:t>Kandaurova</a:t>
            </a:r>
            <a:r>
              <a:rPr lang="en-GB" sz="1100"/>
              <a:t>, Maria, Daniel A. Skog, and Petra M. Bosch-</a:t>
            </a:r>
            <a:r>
              <a:rPr lang="en-GB" sz="1100" err="1"/>
              <a:t>Sijtsema</a:t>
            </a:r>
            <a:r>
              <a:rPr lang="en-GB" sz="1100"/>
              <a:t>. “The Promise and Perils of Low-Code AI Platforms.” </a:t>
            </a:r>
            <a:r>
              <a:rPr lang="en-GB" sz="1100" i="1"/>
              <a:t>MIS Quarterly Executive</a:t>
            </a:r>
            <a:r>
              <a:rPr lang="en-GB" sz="1100"/>
              <a:t> 23, no. 3 (2024): 275–289. </a:t>
            </a:r>
            <a:r>
              <a:rPr lang="en-GB" sz="1100">
                <a:hlinkClick r:id="rId6"/>
              </a:rPr>
              <a:t>https://aisel.aisnet.org/misqe/vol23/iss3/4</a:t>
            </a:r>
            <a:r>
              <a:rPr lang="en-GB" sz="1100"/>
              <a:t>.</a:t>
            </a:r>
          </a:p>
          <a:p>
            <a:r>
              <a:rPr lang="en-GB" sz="1100" err="1"/>
              <a:t>Novales</a:t>
            </a:r>
            <a:r>
              <a:rPr lang="en-GB" sz="1100"/>
              <a:t>, </a:t>
            </a:r>
            <a:r>
              <a:rPr lang="en-GB" sz="1100" err="1"/>
              <a:t>Ainara</a:t>
            </a:r>
            <a:r>
              <a:rPr lang="en-GB" sz="1100"/>
              <a:t>, and Rubén Mancha. “</a:t>
            </a:r>
            <a:r>
              <a:rPr lang="en-GB" sz="1100" err="1"/>
              <a:t>Fueling</a:t>
            </a:r>
            <a:r>
              <a:rPr lang="en-GB" sz="1100"/>
              <a:t> Digital Transformation with Citizen Developers and Low-Code Development.” </a:t>
            </a:r>
            <a:r>
              <a:rPr lang="en-GB" sz="1100" i="1"/>
              <a:t>MIS Quarterly Executive</a:t>
            </a:r>
            <a:r>
              <a:rPr lang="en-GB" sz="1100"/>
              <a:t> 22, no. 3 (2023): Article 6. </a:t>
            </a:r>
            <a:r>
              <a:rPr lang="en-GB" sz="1100">
                <a:hlinkClick r:id="rId7"/>
              </a:rPr>
              <a:t>https://aisel.aisnet.org/misqe/vol22/iss3/6</a:t>
            </a:r>
            <a:r>
              <a:rPr lang="en-GB" sz="1100"/>
              <a:t>.</a:t>
            </a:r>
          </a:p>
          <a:p>
            <a:r>
              <a:rPr lang="en-GB" sz="1100" err="1"/>
              <a:t>Rentrop</a:t>
            </a:r>
            <a:r>
              <a:rPr lang="en-GB" sz="1100"/>
              <a:t>, Christopher, and Stephan Zimmermann. “Shadow IT.” In </a:t>
            </a:r>
            <a:r>
              <a:rPr lang="en-GB" sz="1100" i="1"/>
              <a:t>Management and Control of Unofficial IT</a:t>
            </a:r>
            <a:r>
              <a:rPr lang="en-GB" sz="1100"/>
              <a:t>, ICDS, 2012, 98–102.</a:t>
            </a:r>
          </a:p>
          <a:p>
            <a:r>
              <a:rPr lang="en-GB" sz="1100" err="1"/>
              <a:t>Rokis</a:t>
            </a:r>
            <a:r>
              <a:rPr lang="en-GB" sz="1100"/>
              <a:t>, </a:t>
            </a:r>
            <a:r>
              <a:rPr lang="en-GB" sz="1100" err="1"/>
              <a:t>Karlis</a:t>
            </a:r>
            <a:r>
              <a:rPr lang="en-GB" sz="1100"/>
              <a:t>, and </a:t>
            </a:r>
            <a:r>
              <a:rPr lang="en-GB" sz="1100" err="1"/>
              <a:t>Marite</a:t>
            </a:r>
            <a:r>
              <a:rPr lang="en-GB" sz="1100"/>
              <a:t> </a:t>
            </a:r>
            <a:r>
              <a:rPr lang="en-GB" sz="1100" err="1"/>
              <a:t>Kirikova</a:t>
            </a:r>
            <a:r>
              <a:rPr lang="en-GB" sz="1100"/>
              <a:t>. “Challenges of Low-Code/No-Code Software Development: A Literature Review.” In </a:t>
            </a:r>
            <a:r>
              <a:rPr lang="en-GB" sz="1100" i="1"/>
              <a:t>International Conference on Business Informatics Research</a:t>
            </a:r>
            <a:r>
              <a:rPr lang="en-GB" sz="1100"/>
              <a:t>. Cham: Springer International Publishing, 2022.</a:t>
            </a:r>
          </a:p>
          <a:p>
            <a:r>
              <a:rPr lang="en-GB" sz="1100"/>
              <a:t>Sodano, J. T., and J. F. </a:t>
            </a:r>
            <a:r>
              <a:rPr lang="en-GB" sz="1100" err="1"/>
              <a:t>DeFranco</a:t>
            </a:r>
            <a:r>
              <a:rPr lang="en-GB" sz="1100"/>
              <a:t>. “Citizen Development, Low-Code/No-Code Platforms, and the Evolution of Generative AI in Software Development.” </a:t>
            </a:r>
            <a:r>
              <a:rPr lang="en-GB" sz="1100" i="1"/>
              <a:t>Computer</a:t>
            </a:r>
            <a:r>
              <a:rPr lang="en-GB" sz="1100"/>
              <a:t> 58, no. 5 (2025): 101–104. https://doi.org/10.1109/MC.2025.3547073.</a:t>
            </a:r>
          </a:p>
          <a:p>
            <a:r>
              <a:rPr lang="en-GB" sz="1100"/>
              <a:t>Viljoen, Altus, et al. “Governing Citizen Development to Address Low-Code Platform Challenges.” </a:t>
            </a:r>
            <a:r>
              <a:rPr lang="en-GB" sz="1100" i="1"/>
              <a:t>MIS Quarterly Executive</a:t>
            </a:r>
            <a:r>
              <a:rPr lang="en-GB" sz="1100"/>
              <a:t> 23, no. 3 (2024).</a:t>
            </a:r>
          </a:p>
          <a:p>
            <a:r>
              <a:rPr lang="en-GB" sz="1100"/>
              <a:t>Viljoen, Altus, B. </a:t>
            </a:r>
            <a:r>
              <a:rPr lang="en-GB" sz="1100" err="1"/>
              <a:t>Stelzl</a:t>
            </a:r>
            <a:r>
              <a:rPr lang="en-GB" sz="1100"/>
              <a:t>, M. Yang, et al. “Navigating Flexibility and Standardisation in Low-Code/No-Code Development.” </a:t>
            </a:r>
            <a:r>
              <a:rPr lang="en-GB" sz="1100" i="1"/>
              <a:t>Information Systems Journal</a:t>
            </a:r>
            <a:r>
              <a:rPr lang="en-GB" sz="1100"/>
              <a:t> 36, no. 1 (2026): 95–109.</a:t>
            </a:r>
          </a:p>
          <a:p>
            <a:endParaRPr lang="en-GB" sz="11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5C35E-858A-5A4C-2B80-19F4C88D832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FB5150B-0CEE-4773-8AAA-22F479C02EEB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D67B0DC9-0210-3164-6669-EE167BC04F4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25823" y="6519044"/>
            <a:ext cx="1123265" cy="252000"/>
          </a:xfrm>
        </p:spPr>
        <p:txBody>
          <a:bodyPr/>
          <a:lstStyle/>
          <a:p>
            <a:r>
              <a:rPr lang="en-US" noProof="0"/>
              <a:t>14.01.2026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F58B61-62DC-4ACC-89F7-299F93535790}"/>
              </a:ext>
            </a:extLst>
          </p:cNvPr>
          <p:cNvSpPr txBox="1">
            <a:spLocks/>
          </p:cNvSpPr>
          <p:nvPr/>
        </p:nvSpPr>
        <p:spPr>
          <a:xfrm>
            <a:off x="446088" y="6518688"/>
            <a:ext cx="10141014" cy="25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81555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24000" marR="0" indent="-324000" algn="l" defTabSz="8155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F1987"/>
              </a:buClr>
              <a:buSzPct val="100000"/>
              <a:buFont typeface="Wingdings" panose="05000000000000000000" pitchFamily="2" charset="2"/>
              <a:buChar char=""/>
              <a:tabLst/>
              <a:defRPr lang="de-DE" sz="16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504000" indent="-180000" algn="l" defTabSz="81555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4000" indent="-180000" algn="l" defTabSz="81555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64000" indent="-180000" algn="l" defTabSz="81555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42782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50560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58339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66117" indent="-203890" algn="l" defTabSz="815557" rtl="0" eaLnBrk="1" latinLnBrk="0" hangingPunct="1">
              <a:lnSpc>
                <a:spcPct val="90000"/>
              </a:lnSpc>
              <a:spcBef>
                <a:spcPts val="446"/>
              </a:spcBef>
              <a:buFont typeface="Arial" panose="020B0604020202020204" pitchFamily="34" charset="0"/>
              <a:buChar char="•"/>
              <a:defRPr sz="16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Empowerment with Oversight: The Benefits and (Governance) Challenges with Low-Code/No-Code </a:t>
            </a:r>
          </a:p>
        </p:txBody>
      </p:sp>
    </p:spTree>
    <p:extLst>
      <p:ext uri="{BB962C8B-B14F-4D97-AF65-F5344CB8AC3E}">
        <p14:creationId xmlns:p14="http://schemas.microsoft.com/office/powerpoint/2010/main" val="2498014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vcb3iJpFIesj7lqgGkCZ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noloDaXbKr_RDPHfrmRe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r66HdJB1D9E98PQwFO2v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yi6mZkKNesFqZnunZNmD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DW4o8klmBsRNlt8.tVZd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TWVdeGYV.uIE4d_Kpg6G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MU 16:9">
  <a:themeElements>
    <a:clrScheme name="LMU">
      <a:dk1>
        <a:srgbClr val="000000"/>
      </a:dk1>
      <a:lt1>
        <a:srgbClr val="FFFFFF"/>
      </a:lt1>
      <a:dk2>
        <a:srgbClr val="E6E6E7"/>
      </a:dk2>
      <a:lt2>
        <a:srgbClr val="F5F5F5"/>
      </a:lt2>
      <a:accent1>
        <a:srgbClr val="0F1987"/>
      </a:accent1>
      <a:accent2>
        <a:srgbClr val="626468"/>
      </a:accent2>
      <a:accent3>
        <a:srgbClr val="C0C1C3"/>
      </a:accent3>
      <a:accent4>
        <a:srgbClr val="009FE3"/>
      </a:accent4>
      <a:accent5>
        <a:srgbClr val="8C4091"/>
      </a:accent5>
      <a:accent6>
        <a:srgbClr val="00883A"/>
      </a:accent6>
      <a:hlink>
        <a:srgbClr val="0F1987"/>
      </a:hlink>
      <a:folHlink>
        <a:srgbClr val="6264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MU 16:9">
  <a:themeElements>
    <a:clrScheme name="LMU">
      <a:dk1>
        <a:srgbClr val="000000"/>
      </a:dk1>
      <a:lt1>
        <a:srgbClr val="FFFFFF"/>
      </a:lt1>
      <a:dk2>
        <a:srgbClr val="E6E6E7"/>
      </a:dk2>
      <a:lt2>
        <a:srgbClr val="F5F5F5"/>
      </a:lt2>
      <a:accent1>
        <a:srgbClr val="0F1987"/>
      </a:accent1>
      <a:accent2>
        <a:srgbClr val="626468"/>
      </a:accent2>
      <a:accent3>
        <a:srgbClr val="C0C1C3"/>
      </a:accent3>
      <a:accent4>
        <a:srgbClr val="009FE3"/>
      </a:accent4>
      <a:accent5>
        <a:srgbClr val="8C4091"/>
      </a:accent5>
      <a:accent6>
        <a:srgbClr val="00883A"/>
      </a:accent6>
      <a:hlink>
        <a:srgbClr val="0F1987"/>
      </a:hlink>
      <a:folHlink>
        <a:srgbClr val="6264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LMU 16:9">
  <a:themeElements>
    <a:clrScheme name="LMU">
      <a:dk1>
        <a:srgbClr val="000000"/>
      </a:dk1>
      <a:lt1>
        <a:srgbClr val="FFFFFF"/>
      </a:lt1>
      <a:dk2>
        <a:srgbClr val="E6E6E7"/>
      </a:dk2>
      <a:lt2>
        <a:srgbClr val="F5F5F5"/>
      </a:lt2>
      <a:accent1>
        <a:srgbClr val="0F1987"/>
      </a:accent1>
      <a:accent2>
        <a:srgbClr val="626468"/>
      </a:accent2>
      <a:accent3>
        <a:srgbClr val="C0C1C3"/>
      </a:accent3>
      <a:accent4>
        <a:srgbClr val="009FE3"/>
      </a:accent4>
      <a:accent5>
        <a:srgbClr val="8C4091"/>
      </a:accent5>
      <a:accent6>
        <a:srgbClr val="00883A"/>
      </a:accent6>
      <a:hlink>
        <a:srgbClr val="0F1987"/>
      </a:hlink>
      <a:folHlink>
        <a:srgbClr val="62646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91b2161-2c9c-4631-b362-aee5fe28350d}" enabled="1" method="Privileged" siteId="{41875f2b-33e8-4670-92a8-f643afbb243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1693</TotalTime>
  <Words>1101</Words>
  <Application>Microsoft Macintosh PowerPoint</Application>
  <PresentationFormat>Widescreen</PresentationFormat>
  <Paragraphs>185</Paragraphs>
  <Slides>12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Futura</vt:lpstr>
      <vt:lpstr>Helvetica</vt:lpstr>
      <vt:lpstr>Wingdings</vt:lpstr>
      <vt:lpstr>LMU 16:9</vt:lpstr>
      <vt:lpstr>LMU 16:9</vt:lpstr>
      <vt:lpstr>1_LMU 16:9</vt:lpstr>
      <vt:lpstr>think-cell Slide</vt:lpstr>
      <vt:lpstr>PowerPoint Presentation</vt:lpstr>
      <vt:lpstr>Presentation Roadmap</vt:lpstr>
      <vt:lpstr>Sprint 5  Final Stretch</vt:lpstr>
      <vt:lpstr>PowerPoint Presentation</vt:lpstr>
      <vt:lpstr>Funnel III</vt:lpstr>
      <vt:lpstr>Funnel, horizontal II</vt:lpstr>
      <vt:lpstr>Funnel, horizontal I</vt:lpstr>
      <vt:lpstr>Strategic Resolution: Achieving Structural Ambidexterity</vt:lpstr>
      <vt:lpstr>Sample</vt:lpstr>
      <vt:lpstr>Sample</vt:lpstr>
      <vt:lpstr>Sample</vt:lpstr>
      <vt:lpstr>Literature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Doeffinger</dc:creator>
  <cp:lastModifiedBy>Paul Keck</cp:lastModifiedBy>
  <cp:revision>3</cp:revision>
  <cp:lastPrinted>2020-11-01T16:28:52Z</cp:lastPrinted>
  <dcterms:created xsi:type="dcterms:W3CDTF">2020-05-08T07:19:48Z</dcterms:created>
  <dcterms:modified xsi:type="dcterms:W3CDTF">2026-07-12T09:36:01Z</dcterms:modified>
</cp:coreProperties>
</file>